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1pPr>
    <a:lvl2pPr marL="0" marR="0" indent="4572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2pPr>
    <a:lvl3pPr marL="0" marR="0" indent="9144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3pPr>
    <a:lvl4pPr marL="0" marR="0" indent="13716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4pPr>
    <a:lvl5pPr marL="0" marR="0" indent="18288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5pPr>
    <a:lvl6pPr marL="0" marR="0" indent="22860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6pPr>
    <a:lvl7pPr marL="0" marR="0" indent="27432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7pPr>
    <a:lvl8pPr marL="0" marR="0" indent="32004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8pPr>
    <a:lvl9pPr marL="0" marR="0" indent="36576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el título">
            <a:extLst>
              <a:ext uri="{FF2B5EF4-FFF2-40B4-BE49-F238E27FC236}">
                <a16:creationId xmlns:a16="http://schemas.microsoft.com/office/drawing/2014/main" id="{4BA3C27B-65BE-47B1-B183-2C392811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Texto del título</a:t>
            </a:r>
          </a:p>
        </p:txBody>
      </p:sp>
      <p:sp>
        <p:nvSpPr>
          <p:cNvPr id="12" name="Nivel de texto 1…">
            <a:extLst>
              <a:ext uri="{FF2B5EF4-FFF2-40B4-BE49-F238E27FC236}">
                <a16:creationId xmlns:a16="http://schemas.microsoft.com/office/drawing/2014/main" id="{A490A59D-49E8-48F1-BC37-510573510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13" name="Número de diapositiva">
            <a:extLst>
              <a:ext uri="{FF2B5EF4-FFF2-40B4-BE49-F238E27FC236}">
                <a16:creationId xmlns:a16="http://schemas.microsoft.com/office/drawing/2014/main" id="{21E06E3D-EF41-4B19-85D9-95F312663B19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el título">
            <a:extLst>
              <a:ext uri="{FF2B5EF4-FFF2-40B4-BE49-F238E27FC236}">
                <a16:creationId xmlns:a16="http://schemas.microsoft.com/office/drawing/2014/main" id="{7E91A765-E427-4D23-9237-71A31045CB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21" name="Nivel de texto 1…">
            <a:extLst>
              <a:ext uri="{FF2B5EF4-FFF2-40B4-BE49-F238E27FC236}">
                <a16:creationId xmlns:a16="http://schemas.microsoft.com/office/drawing/2014/main" id="{B72084F3-184B-42C3-ABB3-3F08FD58E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22" name="Número de diapositiva">
            <a:extLst>
              <a:ext uri="{FF2B5EF4-FFF2-40B4-BE49-F238E27FC236}">
                <a16:creationId xmlns:a16="http://schemas.microsoft.com/office/drawing/2014/main" id="{ADB66C76-A025-4E74-B7E8-DAD7E5AE409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el título">
            <a:extLst>
              <a:ext uri="{FF2B5EF4-FFF2-40B4-BE49-F238E27FC236}">
                <a16:creationId xmlns:a16="http://schemas.microsoft.com/office/drawing/2014/main" id="{A6A2FD0D-038D-4C4D-B3CA-988B22C4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Texto del título</a:t>
            </a:r>
          </a:p>
        </p:txBody>
      </p:sp>
      <p:sp>
        <p:nvSpPr>
          <p:cNvPr id="30" name="Nivel de texto 1…">
            <a:extLst>
              <a:ext uri="{FF2B5EF4-FFF2-40B4-BE49-F238E27FC236}">
                <a16:creationId xmlns:a16="http://schemas.microsoft.com/office/drawing/2014/main" id="{5F620563-E8A3-4B60-87B7-C88B10576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31" name="Número de diapositiva">
            <a:extLst>
              <a:ext uri="{FF2B5EF4-FFF2-40B4-BE49-F238E27FC236}">
                <a16:creationId xmlns:a16="http://schemas.microsoft.com/office/drawing/2014/main" id="{5A3BAE71-954B-49C0-A17F-D2A554F3B68E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el título">
            <a:extLst>
              <a:ext uri="{FF2B5EF4-FFF2-40B4-BE49-F238E27FC236}">
                <a16:creationId xmlns:a16="http://schemas.microsoft.com/office/drawing/2014/main" id="{A19727FE-A2C9-43E5-B87A-24B42CA9245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39" name="Nivel de texto 1…">
            <a:extLst>
              <a:ext uri="{FF2B5EF4-FFF2-40B4-BE49-F238E27FC236}">
                <a16:creationId xmlns:a16="http://schemas.microsoft.com/office/drawing/2014/main" id="{C9421067-1C74-44DB-A9CF-A03A9BA3A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40" name="Número de diapositiva">
            <a:extLst>
              <a:ext uri="{FF2B5EF4-FFF2-40B4-BE49-F238E27FC236}">
                <a16:creationId xmlns:a16="http://schemas.microsoft.com/office/drawing/2014/main" id="{CAD3D6E9-4B47-4472-BDF6-EEB9F1B9D2E3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el título">
            <a:extLst>
              <a:ext uri="{FF2B5EF4-FFF2-40B4-BE49-F238E27FC236}">
                <a16:creationId xmlns:a16="http://schemas.microsoft.com/office/drawing/2014/main" id="{12795592-87CB-44BE-83EE-B5FAD1DE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48" name="Nivel de texto 1…">
            <a:extLst>
              <a:ext uri="{FF2B5EF4-FFF2-40B4-BE49-F238E27FC236}">
                <a16:creationId xmlns:a16="http://schemas.microsoft.com/office/drawing/2014/main" id="{473F5B52-C230-4B97-87FA-060805911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49" name="Marcador de texto 4">
            <a:extLst>
              <a:ext uri="{FF2B5EF4-FFF2-40B4-BE49-F238E27FC236}">
                <a16:creationId xmlns:a16="http://schemas.microsoft.com/office/drawing/2014/main" id="{37F2DF4D-5B7F-4420-ADB4-723C703E1BD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Número de diapositiva">
            <a:extLst>
              <a:ext uri="{FF2B5EF4-FFF2-40B4-BE49-F238E27FC236}">
                <a16:creationId xmlns:a16="http://schemas.microsoft.com/office/drawing/2014/main" id="{D640D0FF-9543-4AA1-9647-02D0E03BE31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o del título">
            <a:extLst>
              <a:ext uri="{FF2B5EF4-FFF2-40B4-BE49-F238E27FC236}">
                <a16:creationId xmlns:a16="http://schemas.microsoft.com/office/drawing/2014/main" id="{C66D1B93-2711-498C-AB3A-3A435C66C0F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58" name="Número de diapositiva">
            <a:extLst>
              <a:ext uri="{FF2B5EF4-FFF2-40B4-BE49-F238E27FC236}">
                <a16:creationId xmlns:a16="http://schemas.microsoft.com/office/drawing/2014/main" id="{F0F16161-C580-499B-AE25-E24490A3BAE3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e diapositiva">
            <a:extLst>
              <a:ext uri="{FF2B5EF4-FFF2-40B4-BE49-F238E27FC236}">
                <a16:creationId xmlns:a16="http://schemas.microsoft.com/office/drawing/2014/main" id="{7FEC6DD1-D106-4D10-9F66-534815EF67A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el título">
            <a:extLst>
              <a:ext uri="{FF2B5EF4-FFF2-40B4-BE49-F238E27FC236}">
                <a16:creationId xmlns:a16="http://schemas.microsoft.com/office/drawing/2014/main" id="{49F33449-7831-4364-9B7C-BDE72A2EC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Texto del título</a:t>
            </a:r>
          </a:p>
        </p:txBody>
      </p:sp>
      <p:sp>
        <p:nvSpPr>
          <p:cNvPr id="73" name="Nivel de texto 1…">
            <a:extLst>
              <a:ext uri="{FF2B5EF4-FFF2-40B4-BE49-F238E27FC236}">
                <a16:creationId xmlns:a16="http://schemas.microsoft.com/office/drawing/2014/main" id="{E3FF2E67-3A5B-42AA-BABC-D6DA4D37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 marL="718457" indent="-261257">
              <a:buNone/>
              <a:defRPr sz="3200"/>
            </a:lvl2pPr>
            <a:lvl3pPr marL="1219200" indent="-304800">
              <a:buNone/>
              <a:defRPr sz="3200"/>
            </a:lvl3pPr>
            <a:lvl4pPr marL="1737360" indent="-365760">
              <a:buNone/>
              <a:defRPr sz="3200"/>
            </a:lvl4pPr>
            <a:lvl5pPr marL="2194560" indent="-365760">
              <a:buNone/>
              <a:defRPr sz="3200"/>
            </a:lvl5pPr>
          </a:lstStyle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74" name="Marcador de texto 3">
            <a:extLst>
              <a:ext uri="{FF2B5EF4-FFF2-40B4-BE49-F238E27FC236}">
                <a16:creationId xmlns:a16="http://schemas.microsoft.com/office/drawing/2014/main" id="{E912D11A-488B-4D5B-9629-F21FAF1F0E3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Número de diapositiva">
            <a:extLst>
              <a:ext uri="{FF2B5EF4-FFF2-40B4-BE49-F238E27FC236}">
                <a16:creationId xmlns:a16="http://schemas.microsoft.com/office/drawing/2014/main" id="{A0236913-46F7-4749-9D94-7208D12B0B3A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el título">
            <a:extLst>
              <a:ext uri="{FF2B5EF4-FFF2-40B4-BE49-F238E27FC236}">
                <a16:creationId xmlns:a16="http://schemas.microsoft.com/office/drawing/2014/main" id="{C79C84A0-27A0-4F85-A7EC-D21CE1B5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Texto del título</a:t>
            </a:r>
          </a:p>
        </p:txBody>
      </p:sp>
      <p:sp>
        <p:nvSpPr>
          <p:cNvPr id="83" name="Marcador de posición de imagen 2">
            <a:extLst>
              <a:ext uri="{FF2B5EF4-FFF2-40B4-BE49-F238E27FC236}">
                <a16:creationId xmlns:a16="http://schemas.microsoft.com/office/drawing/2014/main" id="{705E5074-FD83-4AB8-86A6-ECA0710048A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ivel de texto 1…">
            <a:extLst>
              <a:ext uri="{FF2B5EF4-FFF2-40B4-BE49-F238E27FC236}">
                <a16:creationId xmlns:a16="http://schemas.microsoft.com/office/drawing/2014/main" id="{E9DE408E-60D0-4278-9FEF-9F610FCDE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85" name="Número de diapositiva">
            <a:extLst>
              <a:ext uri="{FF2B5EF4-FFF2-40B4-BE49-F238E27FC236}">
                <a16:creationId xmlns:a16="http://schemas.microsoft.com/office/drawing/2014/main" id="{E8D958C6-42C6-483F-A581-3288930D3E93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>
            <a:extLst>
              <a:ext uri="{FF2B5EF4-FFF2-40B4-BE49-F238E27FC236}">
                <a16:creationId xmlns:a16="http://schemas.microsoft.com/office/drawing/2014/main" id="{AE7B5B30-4C1B-4DDC-AF5C-D50824AAC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/>
          </a:ln>
        </p:spPr>
        <p:txBody>
          <a:bodyPr lIns="45719" rIns="4571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>
            <a:extLst>
              <a:ext uri="{FF2B5EF4-FFF2-40B4-BE49-F238E27FC236}">
                <a16:creationId xmlns:a16="http://schemas.microsoft.com/office/drawing/2014/main" id="{76F168F2-B51E-4A02-A371-06C38CFF7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/>
          </a:ln>
        </p:spPr>
        <p:txBody>
          <a:bodyPr lIns="45719" rIns="45719">
            <a:normAutofit/>
          </a:bodyPr>
          <a:lstStyle/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4" name="Número de diapositiva">
            <a:extLst>
              <a:ext uri="{FF2B5EF4-FFF2-40B4-BE49-F238E27FC236}">
                <a16:creationId xmlns:a16="http://schemas.microsoft.com/office/drawing/2014/main" id="{2AAD94B8-DEBC-4DF5-BAB0-EA2EE324EEA2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/>
          </a:ln>
        </p:spPr>
        <p:txBody>
          <a:bodyPr wrap="none" lIns="45719" rIns="45719" anchor="ctr">
            <a:spAutoFit/>
          </a:bodyPr>
          <a:lstStyle>
            <a:lvl1pPr algn="r">
              <a:buNone/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723900" marR="0" indent="-2667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1234439" marR="0" indent="-320039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1727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21844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457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914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1371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18288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22860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2743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3200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3657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../embeddings/chart-data-snapshot-001.xlsx"/></Relationships>
</file>

<file path=ppt/slides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../embeddings/chart-data-snapshot-002.xlsx"/></Relationships>
</file>

<file path=ppt/slides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../embeddings/chart-data-snapshot-003.xlsx"/></Relationships>
</file>

<file path=ppt/slides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800" b="1">
                <a:latin typeface="Calibri"/>
                <a:ea typeface="Calibri"/>
                <a:cs typeface="Calibri"/>
              </a:rPr>
              <a:t>Acumulado de tarjetas emitidas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Tarjetas emitidas</c:v>
          </c:tx>
          <c:spPr>
            <a:ln w="23813">
              <a:solidFill>
                <a:srgbClr val="960E53"/>
              </a:solidFill>
            </a:ln>
          </c:spPr>
          <c:marker>
            <c:symbol val="circle"/>
            <c:size val="3"/>
            <c:spPr>
              <a:solidFill>
                <a:srgbClr val="960E53"/>
              </a:solidFill>
            </c:spPr>
          </c:marker>
          <c:cat>
            <c:strRef>
              <c:f>'Chart Data'!$A$2:$A$2</c:f>
              <c:strCache>
                <c:ptCount val="0"/>
              </c:strCache>
            </c:strRef>
          </c:cat>
          <c:val>
            <c:numRef>
              <c:f>'Chart Data'!$B$2:$B$2</c:f>
              <c:numCache>
                <c:formatCode>#,##0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FCA-204E-9B17-DABDAE1F595A}"/>
            </c:ext>
          </c:extLst>
        </c:ser>
        <c:ser>
          <c:idx val="1"/>
          <c:order val="1"/>
          <c:tx>
            <c:v>Meta general</c:v>
          </c:tx>
          <c:spPr>
            <a:ln w="23813">
              <a:solidFill>
                <a:srgbClr val="DC7F37"/>
              </a:solidFill>
            </a:ln>
          </c:spPr>
          <c:marker>
            <c:symbol val="circle"/>
            <c:size val="3"/>
            <c:spPr>
              <a:solidFill>
                <a:srgbClr val="DC7F37"/>
              </a:solidFill>
            </c:spPr>
          </c:marker>
          <c:cat>
            <c:strRef>
              <c:f>'Chart Data'!$C$2:$C$2</c:f>
              <c:strCache>
                <c:ptCount val="0"/>
              </c:strCache>
            </c:strRef>
          </c:cat>
          <c:val>
            <c:numRef>
              <c:f>'Chart Data'!$D$2:$D$2</c:f>
              <c:numCache>
                <c:formatCode>#,##0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FCA-204E-9B17-DABDAE1F5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Calibri"/>
                    <a:ea typeface="Calibri"/>
                    <a:cs typeface="Calibri"/>
                  </a:rPr>
                  <a:t>Semana ISO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DDDDD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MX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latin typeface="Calibri"/>
              <a:ea typeface="Calibri"/>
              <a:cs typeface="Calibri"/>
            </a:defRPr>
          </a:pPr>
          <a:endParaRPr lang="en-MX"/>
        </a:p>
      </c:txPr>
    </c:legend>
    <c:plotVisOnly val="1"/>
    <c:dispBlanksAs val="gap"/>
    <c:showDLblsOverMax val="1"/>
  </c:chart>
  <c:spPr>
    <a:solidFill>
      <a:srgbClr val="FFFFFF"/>
    </a:solidFill>
  </c:spPr>
  <c:externalData r:id="rId1">
    <c:autoUpdate val="0"/>
  </c:externalData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800" b="1">
                <a:latin typeface="Calibri"/>
                <a:ea typeface="Calibri"/>
                <a:cs typeface="Calibri"/>
              </a:rPr>
              <a:t>Tarjetas emitidas por perfil y meta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Tarjetas emitidas</c:v>
          </c:tx>
          <c:spPr>
            <a:solidFill>
              <a:srgbClr val="960E5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latin typeface="Calibri"/>
                    <a:ea typeface="Calibri"/>
                    <a:cs typeface="Calibri"/>
                  </a:defRPr>
                </a:pPr>
                <a:endParaRPr lang="en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0"/>
              </c:strCache>
            </c:strRef>
          </c:cat>
          <c:val>
            <c:numRef>
              <c:f>'Chart Data'!$B$2:$B$5</c:f>
              <c:numCache>
                <c:formatCode>#,##0</c:formatCode>
                <c:ptCount val="0"/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476-6A4E-B170-5251E55FFB6D}"/>
            </c:ext>
          </c:extLst>
        </c:ser>
        <c:ser>
          <c:idx val="1"/>
          <c:order val="1"/>
          <c:tx>
            <c:v>Meta</c:v>
          </c:tx>
          <c:spPr>
            <a:solidFill>
              <a:srgbClr val="DC7F3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latin typeface="Calibri"/>
                    <a:ea typeface="Calibri"/>
                    <a:cs typeface="Calibri"/>
                  </a:defRPr>
                </a:pPr>
                <a:endParaRPr lang="en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0"/>
              </c:strCache>
            </c:strRef>
          </c:cat>
          <c:val>
            <c:numRef>
              <c:f>'Chart Data'!$D$2:$D$5</c:f>
              <c:numCache>
                <c:formatCode>#,##0</c:formatCode>
                <c:ptCount val="0"/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476-6A4E-B170-5251E55FFB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MX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latin typeface="Calibri"/>
              <a:ea typeface="Calibri"/>
              <a:cs typeface="Calibri"/>
            </a:defRPr>
          </a:pPr>
          <a:endParaRPr lang="en-MX"/>
        </a:p>
      </c:txPr>
    </c:legend>
    <c:plotVisOnly val="1"/>
    <c:dispBlanksAs val="gap"/>
    <c:showDLblsOverMax val="1"/>
  </c:chart>
  <c:spPr>
    <a:solidFill>
      <a:srgbClr val="FFFFFF"/>
    </a:solidFill>
  </c:spPr>
  <c:externalData r:id="rId1">
    <c:autoUpdate val="0"/>
  </c:externalData>
</c:chartSpace>
</file>

<file path=ppt/slides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800" b="1">
                <a:latin typeface="Calibri"/>
                <a:ea typeface="Calibri"/>
                <a:cs typeface="Calibri"/>
              </a:rPr>
              <a:t>Ingreso semanal OXXO y CAUS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OXXO</c:v>
          </c:tx>
          <c:spPr>
            <a:ln w="23813">
              <a:solidFill>
                <a:srgbClr val="960E53"/>
              </a:solidFill>
            </a:ln>
          </c:spPr>
          <c:marker>
            <c:symbol val="circle"/>
            <c:size val="3"/>
            <c:spPr>
              <a:solidFill>
                <a:srgbClr val="960E53"/>
              </a:solidFill>
            </c:spPr>
          </c:marker>
          <c:cat>
            <c:strRef>
              <c:f>'Chart Data'!$A$2:$A$2</c:f>
              <c:strCache>
                <c:ptCount val="0"/>
              </c:strCache>
            </c:strRef>
          </c:cat>
          <c:val>
            <c:numRef>
              <c:f>'Chart Data'!$B$2:$B$2</c:f>
              <c:numCache>
                <c:formatCode>#,##0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752-CB43-8AF8-89F5BB97653F}"/>
            </c:ext>
          </c:extLst>
        </c:ser>
        <c:ser>
          <c:idx val="1"/>
          <c:order val="1"/>
          <c:tx>
            <c:v>CAUS</c:v>
          </c:tx>
          <c:spPr>
            <a:ln w="23813">
              <a:solidFill>
                <a:srgbClr val="DC7F37"/>
              </a:solidFill>
            </a:ln>
          </c:spPr>
          <c:marker>
            <c:symbol val="circle"/>
            <c:size val="3"/>
            <c:spPr>
              <a:solidFill>
                <a:srgbClr val="DC7F37"/>
              </a:solidFill>
            </c:spPr>
          </c:marker>
          <c:cat>
            <c:strRef>
              <c:f>'Chart Data'!$C$2:$C$2</c:f>
              <c:strCache>
                <c:ptCount val="0"/>
              </c:strCache>
            </c:strRef>
          </c:cat>
          <c:val>
            <c:numRef>
              <c:f>'Chart Data'!$D$2:$D$2</c:f>
              <c:numCache>
                <c:formatCode>#,##0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752-CB43-8AF8-89F5BB976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Calibri"/>
                    <a:ea typeface="Calibri"/>
                    <a:cs typeface="Calibri"/>
                  </a:rPr>
                  <a:t>Semana ISO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DDDDD"/>
              </a:solidFill>
            </a:ln>
          </c:spPr>
        </c:majorGridlines>
        <c:numFmt formatCode="\$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MX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latin typeface="Calibri"/>
              <a:ea typeface="Calibri"/>
              <a:cs typeface="Calibri"/>
            </a:defRPr>
          </a:pPr>
          <a:endParaRPr lang="en-MX"/>
        </a:p>
      </c:txPr>
    </c:legend>
    <c:plotVisOnly val="1"/>
    <c:dispBlanksAs val="gap"/>
    <c:showDLblsOverMax val="1"/>
  </c:chart>
  <c:spPr>
    <a:solidFill>
      <a:srgbClr val="FFFFFF"/>
    </a:solidFill>
  </c:spPr>
  <c:externalData r:id="rId1">
    <c:autoUpdate val="0"/>
  </c:externalData>
</c:chartSpace>
</file>

<file path=ppt/slides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800" b="1">
                <a:latin typeface="Calibri"/>
                <a:ea typeface="Calibri"/>
                <a:cs typeface="Calibri"/>
              </a:rPr>
              <a:t>Tarjetas únicas utilizadas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Año anterior</c:v>
          </c:tx>
          <c:spPr>
            <a:ln w="23813">
              <a:solidFill>
                <a:srgbClr val="888888"/>
              </a:solidFill>
            </a:ln>
          </c:spPr>
          <c:marker>
            <c:symbol val="circle"/>
            <c:size val="3"/>
            <c:spPr>
              <a:solidFill>
                <a:srgbClr val="888888"/>
              </a:solidFill>
            </c:spPr>
          </c:marker>
          <c:cat>
            <c:strRef>
              <c:f>'Chart Data'!$A$2:$A$2</c:f>
              <c:strCache>
                <c:ptCount val="0"/>
              </c:strCache>
            </c:strRef>
          </c:cat>
          <c:val>
            <c:numRef>
              <c:f>'Chart Data'!$B$2:$B$2</c:f>
              <c:numCache>
                <c:formatCode>#,##0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5F5-1D46-9290-B0D7E3C7ED27}"/>
            </c:ext>
          </c:extLst>
        </c:ser>
        <c:ser>
          <c:idx val="1"/>
          <c:order val="1"/>
          <c:tx>
            <c:v>Año seleccionado</c:v>
          </c:tx>
          <c:spPr>
            <a:ln w="23813">
              <a:solidFill>
                <a:srgbClr val="960E53"/>
              </a:solidFill>
            </a:ln>
          </c:spPr>
          <c:marker>
            <c:symbol val="circle"/>
            <c:size val="3"/>
            <c:spPr>
              <a:solidFill>
                <a:srgbClr val="960E53"/>
              </a:solidFill>
            </c:spPr>
          </c:marker>
          <c:cat>
            <c:strRef>
              <c:f>'Chart Data'!$C$2:$C$2</c:f>
              <c:strCache>
                <c:ptCount val="0"/>
              </c:strCache>
            </c:strRef>
          </c:cat>
          <c:val>
            <c:numRef>
              <c:f>'Chart Data'!$D$2:$D$2</c:f>
              <c:numCache>
                <c:formatCode>#,##0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5F5-1D46-9290-B0D7E3C7ED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Calibri"/>
                    <a:ea typeface="Calibri"/>
                    <a:cs typeface="Calibri"/>
                  </a:rPr>
                  <a:t>Semana ISO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DDDDD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MX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latin typeface="Calibri"/>
              <a:ea typeface="Calibri"/>
              <a:cs typeface="Calibri"/>
            </a:defRPr>
          </a:pPr>
          <a:endParaRPr lang="en-MX"/>
        </a:p>
      </c:txPr>
    </c:legend>
    <c:plotVisOnly val="1"/>
    <c:dispBlanksAs val="gap"/>
    <c:showDLblsOverMax val="1"/>
  </c:chart>
  <c:spPr>
    <a:solidFill>
      <a:srgbClr val="FFFFFF"/>
    </a:solidFill>
  </c:spPr>
  <c:externalData r:id="rId1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ángulo 3">
            <a:extLst>
              <a:ext uri="{FF2B5EF4-FFF2-40B4-BE49-F238E27FC236}">
                <a16:creationId xmlns:a16="http://schemas.microsoft.com/office/drawing/2014/main" id="{1B4F9254-05B7-4D35-AB23-39EA54E7D1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79102" cy="6858000"/>
          </a:xfrm>
          <a:prstGeom prst="rect">
            <a:avLst/>
          </a:prstGeom>
          <a:solidFill>
            <a:srgbClr val="960E53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5" name="Imagen 5">
            <a:extLst>
              <a:ext uri="{FF2B5EF4-FFF2-40B4-BE49-F238E27FC236}">
                <a16:creationId xmlns:a16="http://schemas.microsoft.com/office/drawing/2014/main" id="{26D21E0A-E646-4DE7-B907-E8FC36E5E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2" y="357066"/>
            <a:ext cx="2675010" cy="1070519"/>
          </a:xfrm>
          <a:prstGeom prst="rect">
            <a:avLst/>
          </a:prstGeom>
          <a:ln w="12700">
            <a:miter/>
          </a:ln>
        </p:spPr>
      </p:pic>
      <p:sp>
        <p:nvSpPr>
          <p:cNvPr id="96" name="Rectángulo 6">
            <a:extLst>
              <a:ext uri="{FF2B5EF4-FFF2-40B4-BE49-F238E27FC236}">
                <a16:creationId xmlns:a16="http://schemas.microsoft.com/office/drawing/2014/main" id="{89D18CD8-5B89-443B-AAA2-A6DCFD17151B}"/>
              </a:ext>
            </a:extLst>
          </p:cNvPr>
          <p:cNvSpPr>
            <a:spLocks noGrp="1"/>
          </p:cNvSpPr>
          <p:nvPr/>
        </p:nvSpPr>
        <p:spPr>
          <a:xfrm>
            <a:off x="3034019" y="0"/>
            <a:ext cx="138396" cy="6858000"/>
          </a:xfrm>
          <a:prstGeom prst="rect">
            <a:avLst/>
          </a:prstGeom>
          <a:solidFill>
            <a:srgbClr val="DC7F37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7" name="Imagen 8">
            <a:extLst>
              <a:ext uri="{FF2B5EF4-FFF2-40B4-BE49-F238E27FC236}">
                <a16:creationId xmlns:a16="http://schemas.microsoft.com/office/drawing/2014/main" id="{60769C1C-06EE-47D2-8675-69E651738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495324" y="2639986"/>
            <a:ext cx="6510030" cy="1578025"/>
          </a:xfrm>
          <a:prstGeom prst="rect">
            <a:avLst/>
          </a:prstGeom>
          <a:ln w="12700">
            <a:miter/>
          </a:ln>
        </p:spPr>
      </p:pic>
      <p:sp>
        <p:nvSpPr>
          <p:cNvPr id="98" name="CuadroTexto 9">
            <a:extLst>
              <a:ext uri="{FF2B5EF4-FFF2-40B4-BE49-F238E27FC236}">
                <a16:creationId xmlns:a16="http://schemas.microsoft.com/office/drawing/2014/main" id="{72822168-0327-427A-AB8F-A2D29852B68C}"/>
              </a:ext>
            </a:extLst>
          </p:cNvPr>
          <p:cNvSpPr>
            <a:spLocks noGrp="1"/>
          </p:cNvSpPr>
          <p:nvPr/>
        </p:nvSpPr>
        <p:spPr>
          <a:xfrm>
            <a:off x="3221719" y="2144102"/>
            <a:ext cx="8549867" cy="707886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4000">
                <a:solidFill>
                  <a:srgbClr val="410324"/>
                </a:solidFill>
                <a:latin typeface="Lulo Clean W01 One Bold"/>
                <a:ea typeface="Lulo Clean W01 One Bold"/>
                <a:cs typeface="Lulo Clean W01 One Bold"/>
              </a:defRPr>
            </a:lvl1pPr>
          </a:lstStyle>
          <a:p>
            <a:r>
              <a:t>Reporte de Credencialización</a:t>
            </a:r>
          </a:p>
        </p:txBody>
      </p:sp>
      <p:sp>
        <p:nvSpPr>
          <p:cNvPr id="99" name="CuadroTexto 10">
            <a:extLst>
              <a:ext uri="{FF2B5EF4-FFF2-40B4-BE49-F238E27FC236}">
                <a16:creationId xmlns:a16="http://schemas.microsoft.com/office/drawing/2014/main" id="{70F98EF6-82A6-4888-B6BF-B0C044FF26DF}"/>
              </a:ext>
            </a:extLst>
          </p:cNvPr>
          <p:cNvSpPr>
            <a:spLocks noGrp="1"/>
          </p:cNvSpPr>
          <p:nvPr/>
        </p:nvSpPr>
        <p:spPr>
          <a:xfrm>
            <a:off x="4631767" y="4198877"/>
            <a:ext cx="5980647" cy="548640"/>
          </a:xfrm>
          <a:prstGeom prst="rect">
            <a:avLst/>
          </a:prstGeom>
          <a:ln w="12700">
            <a:miter/>
          </a:ln>
        </p:spPr>
        <p:txBody>
          <a:bodyPr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{{PERIOD}}</a:t>
            </a:r>
          </a:p>
        </p:txBody>
      </p:sp>
      <p:sp>
        <p:nvSpPr>
          <p:cNvPr id="100" name="CuadroTexto 11">
            <a:extLst>
              <a:ext uri="{FF2B5EF4-FFF2-40B4-BE49-F238E27FC236}">
                <a16:creationId xmlns:a16="http://schemas.microsoft.com/office/drawing/2014/main" id="{58AB9590-6BAA-4BEE-8A58-2DEAEB705397}"/>
              </a:ext>
            </a:extLst>
          </p:cNvPr>
          <p:cNvSpPr>
            <a:spLocks noGrp="1"/>
          </p:cNvSpPr>
          <p:nvPr/>
        </p:nvSpPr>
        <p:spPr>
          <a:xfrm>
            <a:off x="5634756" y="6335288"/>
            <a:ext cx="5252858" cy="320040"/>
          </a:xfrm>
          <a:prstGeom prst="rect">
            <a:avLst/>
          </a:prstGeom>
          <a:ln w="12700">
            <a:miter/>
          </a:ln>
        </p:spPr>
        <p:txBody>
          <a:bodyPr lIns="45719" rIns="45719">
            <a:spAutoFit/>
          </a:bodyPr>
          <a:lstStyle>
            <a:lvl1pPr algn="r">
              <a:buNone/>
              <a:defRPr sz="15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{{CUTOFF}}</a:t>
            </a:r>
          </a:p>
        </p:txBody>
      </p:sp>
      <p:pic>
        <p:nvPicPr>
          <p:cNvPr id="101" name="Imagen 13">
            <a:extLst>
              <a:ext uri="{FF2B5EF4-FFF2-40B4-BE49-F238E27FC236}">
                <a16:creationId xmlns:a16="http://schemas.microsoft.com/office/drawing/2014/main" id="{7A3A8508-9B79-4ABD-A2A8-DDD8CA10E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93" y="5971599"/>
            <a:ext cx="1446035" cy="727379"/>
          </a:xfrm>
          <a:prstGeom prst="rect">
            <a:avLst/>
          </a:prstGeom>
          <a:ln w="12700">
            <a:miter/>
          </a:ln>
        </p:spPr>
      </p:pic>
    </p:spTree>
    <p:extLst>
      <p:ext uri="{BB962C8B-B14F-4D97-AF65-F5344CB8AC3E}">
        <p14:creationId xmlns:p14="http://schemas.microsoft.com/office/powerpoint/2010/main" val="1800594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ángulo 6">
            <a:extLst>
              <a:ext uri="{FF2B5EF4-FFF2-40B4-BE49-F238E27FC236}">
                <a16:creationId xmlns:a16="http://schemas.microsoft.com/office/drawing/2014/main" id="{75499319-7AD1-61AF-66DD-ACE59674D47E}"/>
              </a:ext>
            </a:extLst>
          </p:cNvPr>
          <p:cNvSpPr>
            <a:spLocks noGrp="1"/>
          </p:cNvSpPr>
          <p:nvPr/>
        </p:nvSpPr>
        <p:spPr>
          <a:xfrm rot="16201099">
            <a:off x="5627744" y="-4787258"/>
            <a:ext cx="128582" cy="11460279"/>
          </a:xfrm>
          <a:prstGeom prst="rect">
            <a:avLst/>
          </a:prstGeom>
          <a:solidFill>
            <a:srgbClr val="DC7F37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" name="Rectángulo 3">
            <a:extLst>
              <a:ext uri="{FF2B5EF4-FFF2-40B4-BE49-F238E27FC236}">
                <a16:creationId xmlns:a16="http://schemas.microsoft.com/office/drawing/2014/main" id="{A36C94B2-3AE2-AC32-A990-F29DDA70C8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28853" cy="883564"/>
          </a:xfrm>
          <a:prstGeom prst="rect">
            <a:avLst/>
          </a:prstGeom>
          <a:solidFill>
            <a:srgbClr val="960E53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5" name="Imagen 5">
            <a:extLst>
              <a:ext uri="{FF2B5EF4-FFF2-40B4-BE49-F238E27FC236}">
                <a16:creationId xmlns:a16="http://schemas.microsoft.com/office/drawing/2014/main" id="{505E44B9-379A-4135-BAA0-E1911B6CF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96" y="48901"/>
            <a:ext cx="1963460" cy="785761"/>
          </a:xfrm>
          <a:prstGeom prst="rect">
            <a:avLst/>
          </a:prstGeom>
          <a:ln w="12700">
            <a:miter/>
          </a:ln>
        </p:spPr>
      </p:pic>
      <p:sp>
        <p:nvSpPr>
          <p:cNvPr id="2" name="CuadroTexto 10">
            <a:extLst>
              <a:ext uri="{FF2B5EF4-FFF2-40B4-BE49-F238E27FC236}">
                <a16:creationId xmlns:a16="http://schemas.microsoft.com/office/drawing/2014/main" id="{95C63249-A803-806B-904B-E14A25513F23}"/>
              </a:ext>
            </a:extLst>
          </p:cNvPr>
          <p:cNvSpPr>
            <a:spLocks noGrp="1"/>
          </p:cNvSpPr>
          <p:nvPr/>
        </p:nvSpPr>
        <p:spPr>
          <a:xfrm>
            <a:off x="2634906" y="164719"/>
            <a:ext cx="8993342" cy="492443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</a:pPr>
            <a:r>
              <a:rPr sz="2600" b="1" cap="all">
                <a:solidFill>
                  <a:srgbClr val="8A1044"/>
                </a:solidFill>
                <a:latin typeface="Lulo Clean W01 One Bold"/>
                <a:ea typeface="Lulo Clean W01 One Bold"/>
                <a:cs typeface="Lulo Clean W01 One Bold"/>
              </a:rPr>
              <a:t>Credencialización</a:t>
            </a:r>
          </a:p>
        </p:txBody>
      </p:sp>
      <p:sp>
        <p:nvSpPr>
          <p:cNvPr id="4" name="Rectángulo redondeado 72">
            <a:extLst>
              <a:ext uri="{FF2B5EF4-FFF2-40B4-BE49-F238E27FC236}">
                <a16:creationId xmlns:a16="http://schemas.microsoft.com/office/drawing/2014/main" id="{88A39611-C458-B727-24FA-4FE808FF89A5}"/>
              </a:ext>
            </a:extLst>
          </p:cNvPr>
          <p:cNvSpPr>
            <a:spLocks noGrp="1"/>
          </p:cNvSpPr>
          <p:nvPr/>
        </p:nvSpPr>
        <p:spPr>
          <a:xfrm>
            <a:off x="261072" y="1137185"/>
            <a:ext cx="356313" cy="360000"/>
          </a:xfrm>
          <a:prstGeom prst="roundRect">
            <a:avLst/>
          </a:prstGeom>
          <a:solidFill>
            <a:srgbClr val="960E53"/>
          </a:solidFill>
          <a:ln w="12700" cap="flat">
            <a:noFill/>
            <a:prstDash val="solid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45719" tIns="45719" rIns="45719" bIns="45719" anchor="ctr">
            <a:sp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cap="none" spc="0" baseline="0">
              <a:ln>
                <a:noFill/>
              </a:ln>
              <a:solidFill>
                <a:srgbClr val="00000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Forma libre 73">
            <a:extLst>
              <a:ext uri="{FF2B5EF4-FFF2-40B4-BE49-F238E27FC236}">
                <a16:creationId xmlns:a16="http://schemas.microsoft.com/office/drawing/2014/main" id="{CBF958A2-03A1-5D3D-B54F-A44F149089F1}"/>
              </a:ext>
            </a:extLst>
          </p:cNvPr>
          <p:cNvSpPr>
            <a:spLocks noGrp="1"/>
          </p:cNvSpPr>
          <p:nvPr/>
        </p:nvSpPr>
        <p:spPr>
          <a:xfrm rot="18900000">
            <a:off x="315004" y="1203199"/>
            <a:ext cx="248448" cy="155237"/>
          </a:xfrm>
          <a:custGeom>
            <a:avLst/>
            <a:gdLst>
              <a:gd name="connsiteX0" fmla="*/ 242019 w 251019"/>
              <a:gd name="connsiteY0" fmla="*/ 101237 h 155237"/>
              <a:gd name="connsiteX1" fmla="*/ 251019 w 251019"/>
              <a:gd name="connsiteY1" fmla="*/ 110237 h 155237"/>
              <a:gd name="connsiteX2" fmla="*/ 251019 w 251019"/>
              <a:gd name="connsiteY2" fmla="*/ 146238 h 155237"/>
              <a:gd name="connsiteX3" fmla="*/ 242019 w 251019"/>
              <a:gd name="connsiteY3" fmla="*/ 155237 h 155237"/>
              <a:gd name="connsiteX4" fmla="*/ 12368 w 251019"/>
              <a:gd name="connsiteY4" fmla="*/ 155237 h 155237"/>
              <a:gd name="connsiteX5" fmla="*/ 11931 w 251019"/>
              <a:gd name="connsiteY5" fmla="*/ 154800 h 155237"/>
              <a:gd name="connsiteX6" fmla="*/ 9000 w 251019"/>
              <a:gd name="connsiteY6" fmla="*/ 154800 h 155237"/>
              <a:gd name="connsiteX7" fmla="*/ 0 w 251019"/>
              <a:gd name="connsiteY7" fmla="*/ 145800 h 155237"/>
              <a:gd name="connsiteX8" fmla="*/ 0 w 251019"/>
              <a:gd name="connsiteY8" fmla="*/ 9000 h 155237"/>
              <a:gd name="connsiteX9" fmla="*/ 9000 w 251019"/>
              <a:gd name="connsiteY9" fmla="*/ 0 h 155237"/>
              <a:gd name="connsiteX10" fmla="*/ 45000 w 251019"/>
              <a:gd name="connsiteY10" fmla="*/ 0 h 155237"/>
              <a:gd name="connsiteX11" fmla="*/ 54000 w 251019"/>
              <a:gd name="connsiteY11" fmla="*/ 9000 h 155237"/>
              <a:gd name="connsiteX12" fmla="*/ 54000 w 251019"/>
              <a:gd name="connsiteY12" fmla="*/ 101237 h 155237"/>
            </a:gdLst>
            <a:ahLst/>
            <a:cxnLst/>
            <a:rect l="l" t="t" r="r" b="b"/>
            <a:pathLst>
              <a:path w="251019" h="155237">
                <a:moveTo>
                  <a:pt x="242019" y="101237"/>
                </a:moveTo>
                <a:cubicBezTo>
                  <a:pt x="246990" y="101237"/>
                  <a:pt x="251019" y="105266"/>
                  <a:pt x="251019" y="110237"/>
                </a:cubicBezTo>
                <a:lnTo>
                  <a:pt x="251019" y="146238"/>
                </a:lnTo>
                <a:cubicBezTo>
                  <a:pt x="251019" y="151209"/>
                  <a:pt x="246990" y="155237"/>
                  <a:pt x="242019" y="155237"/>
                </a:cubicBezTo>
                <a:lnTo>
                  <a:pt x="12368" y="155237"/>
                </a:lnTo>
                <a:lnTo>
                  <a:pt x="11931" y="154800"/>
                </a:lnTo>
                <a:lnTo>
                  <a:pt x="9000" y="154800"/>
                </a:lnTo>
                <a:cubicBezTo>
                  <a:pt x="4029" y="154800"/>
                  <a:pt x="0" y="150771"/>
                  <a:pt x="0" y="145800"/>
                </a:cubicBezTo>
                <a:lnTo>
                  <a:pt x="0" y="9000"/>
                </a:lnTo>
                <a:cubicBezTo>
                  <a:pt x="0" y="4029"/>
                  <a:pt x="4029" y="0"/>
                  <a:pt x="9000" y="0"/>
                </a:cubicBezTo>
                <a:lnTo>
                  <a:pt x="45000" y="0"/>
                </a:lnTo>
                <a:cubicBezTo>
                  <a:pt x="49971" y="0"/>
                  <a:pt x="54000" y="4029"/>
                  <a:pt x="54000" y="9000"/>
                </a:cubicBezTo>
                <a:lnTo>
                  <a:pt x="54000" y="101237"/>
                </a:lnTo>
                <a:close/>
              </a:path>
            </a:pathLst>
          </a:cu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45719" tIns="45719" rIns="45719" bIns="45719" anchor="ctr">
            <a:no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cap="none" spc="0" baseline="0">
              <a:ln>
                <a:noFill/>
              </a:ln>
              <a:solidFill>
                <a:srgbClr val="00000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F3CA5129-68BD-1BE0-FFF5-70C7F1E6B500}"/>
              </a:ext>
            </a:extLst>
          </p:cNvPr>
          <p:cNvSpPr>
            <a:spLocks noGrp="1"/>
          </p:cNvSpPr>
          <p:nvPr/>
        </p:nvSpPr>
        <p:spPr>
          <a:xfrm>
            <a:off x="617384" y="1116322"/>
            <a:ext cx="10766113" cy="426720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just">
              <a:buNone/>
            </a:pPr>
            <a:r>
              <a:rPr sz="2200" b="1">
                <a:solidFill>
                  <a:schemeClr val="tx1"/>
                </a:solidFill>
                <a:latin typeface="Lulo Clean W01 One Bold"/>
                <a:ea typeface="Lulo Clean W01 One Bold"/>
                <a:cs typeface="Lulo Clean W01 One Bold"/>
              </a:rPr>
              <a:t>{{EMISSION}}</a:t>
            </a:r>
          </a:p>
        </p:txBody>
      </p:sp>
      <p:graphicFrame>
        <p:nvGraphicFramePr>
          <p:cNvPr id="106" name="Chart">
            <a:extLst>
              <a:ext uri="{FF2B5EF4-FFF2-40B4-BE49-F238E27FC236}">
                <a16:creationId xmlns:a16="http://schemas.microsoft.com/office/drawing/2014/main" id="{9E1B53AC-9ABB-4EB4-88AF-423BCA930422}"/>
              </a:ext>
            </a:extLst>
          </p:cNvPr>
          <p:cNvGraphicFramePr/>
          <p:nvPr/>
        </p:nvGraphicFramePr>
        <p:xfrm>
          <a:off x="1666875" y="2209800"/>
          <a:ext cx="885825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1309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ángulo 6">
            <a:extLst>
              <a:ext uri="{FF2B5EF4-FFF2-40B4-BE49-F238E27FC236}">
                <a16:creationId xmlns:a16="http://schemas.microsoft.com/office/drawing/2014/main" id="{7F871D6A-DFE9-EB17-7B01-AD61DDB13647}"/>
              </a:ext>
            </a:extLst>
          </p:cNvPr>
          <p:cNvSpPr>
            <a:spLocks noGrp="1"/>
          </p:cNvSpPr>
          <p:nvPr/>
        </p:nvSpPr>
        <p:spPr>
          <a:xfrm rot="16201099">
            <a:off x="5627744" y="-4787258"/>
            <a:ext cx="128582" cy="11460279"/>
          </a:xfrm>
          <a:prstGeom prst="rect">
            <a:avLst/>
          </a:prstGeom>
          <a:solidFill>
            <a:srgbClr val="DC7F37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" name="Rectángulo 3">
            <a:extLst>
              <a:ext uri="{FF2B5EF4-FFF2-40B4-BE49-F238E27FC236}">
                <a16:creationId xmlns:a16="http://schemas.microsoft.com/office/drawing/2014/main" id="{23E49D1D-E29C-F007-B4F4-455F8704B6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28853" cy="883564"/>
          </a:xfrm>
          <a:prstGeom prst="rect">
            <a:avLst/>
          </a:prstGeom>
          <a:solidFill>
            <a:srgbClr val="960E53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5" name="Imagen 5">
            <a:extLst>
              <a:ext uri="{FF2B5EF4-FFF2-40B4-BE49-F238E27FC236}">
                <a16:creationId xmlns:a16="http://schemas.microsoft.com/office/drawing/2014/main" id="{21D5C51E-4BA7-4DDF-A548-81CBA6598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96" y="48901"/>
            <a:ext cx="1963460" cy="785761"/>
          </a:xfrm>
          <a:prstGeom prst="rect">
            <a:avLst/>
          </a:prstGeom>
          <a:ln w="12700">
            <a:miter/>
          </a:ln>
        </p:spPr>
      </p:pic>
      <p:sp>
        <p:nvSpPr>
          <p:cNvPr id="2" name="CuadroTexto 10">
            <a:extLst>
              <a:ext uri="{FF2B5EF4-FFF2-40B4-BE49-F238E27FC236}">
                <a16:creationId xmlns:a16="http://schemas.microsoft.com/office/drawing/2014/main" id="{7D722B48-2A00-E3B5-866D-5F4063BA41DA}"/>
              </a:ext>
            </a:extLst>
          </p:cNvPr>
          <p:cNvSpPr>
            <a:spLocks noGrp="1"/>
          </p:cNvSpPr>
          <p:nvPr/>
        </p:nvSpPr>
        <p:spPr>
          <a:xfrm>
            <a:off x="2634906" y="164719"/>
            <a:ext cx="8993342" cy="492443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</a:pPr>
            <a:r>
              <a:rPr sz="2600" b="1" cap="all">
                <a:solidFill>
                  <a:srgbClr val="8A1044"/>
                </a:solidFill>
                <a:latin typeface="Lulo Clean W01 One Bold"/>
                <a:ea typeface="Lulo Clean W01 One Bold"/>
                <a:cs typeface="Lulo Clean W01 One Bold"/>
              </a:rPr>
              <a:t>Credencialización POR PERFIL</a:t>
            </a:r>
          </a:p>
        </p:txBody>
      </p:sp>
      <p:sp>
        <p:nvSpPr>
          <p:cNvPr id="4" name="Rectángulo redondeado 72">
            <a:extLst>
              <a:ext uri="{FF2B5EF4-FFF2-40B4-BE49-F238E27FC236}">
                <a16:creationId xmlns:a16="http://schemas.microsoft.com/office/drawing/2014/main" id="{85C9079B-CF46-39CF-1D30-E86B12E5A2B8}"/>
              </a:ext>
            </a:extLst>
          </p:cNvPr>
          <p:cNvSpPr>
            <a:spLocks noGrp="1"/>
          </p:cNvSpPr>
          <p:nvPr/>
        </p:nvSpPr>
        <p:spPr>
          <a:xfrm>
            <a:off x="261072" y="1137185"/>
            <a:ext cx="356313" cy="360000"/>
          </a:xfrm>
          <a:prstGeom prst="roundRect">
            <a:avLst/>
          </a:prstGeom>
          <a:solidFill>
            <a:srgbClr val="960E53"/>
          </a:solidFill>
          <a:ln w="12700" cap="flat">
            <a:noFill/>
            <a:prstDash val="solid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45719" tIns="45719" rIns="45719" bIns="45719" anchor="ctr">
            <a:sp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cap="none" spc="0" baseline="0">
              <a:ln>
                <a:noFill/>
              </a:ln>
              <a:solidFill>
                <a:srgbClr val="00000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Forma libre 73">
            <a:extLst>
              <a:ext uri="{FF2B5EF4-FFF2-40B4-BE49-F238E27FC236}">
                <a16:creationId xmlns:a16="http://schemas.microsoft.com/office/drawing/2014/main" id="{39FF5203-1B31-851A-4334-4DAD7F321442}"/>
              </a:ext>
            </a:extLst>
          </p:cNvPr>
          <p:cNvSpPr>
            <a:spLocks noGrp="1"/>
          </p:cNvSpPr>
          <p:nvPr/>
        </p:nvSpPr>
        <p:spPr>
          <a:xfrm rot="18900000">
            <a:off x="315004" y="1203199"/>
            <a:ext cx="248448" cy="155237"/>
          </a:xfrm>
          <a:custGeom>
            <a:avLst/>
            <a:gdLst>
              <a:gd name="connsiteX0" fmla="*/ 242019 w 251019"/>
              <a:gd name="connsiteY0" fmla="*/ 101237 h 155237"/>
              <a:gd name="connsiteX1" fmla="*/ 251019 w 251019"/>
              <a:gd name="connsiteY1" fmla="*/ 110237 h 155237"/>
              <a:gd name="connsiteX2" fmla="*/ 251019 w 251019"/>
              <a:gd name="connsiteY2" fmla="*/ 146238 h 155237"/>
              <a:gd name="connsiteX3" fmla="*/ 242019 w 251019"/>
              <a:gd name="connsiteY3" fmla="*/ 155237 h 155237"/>
              <a:gd name="connsiteX4" fmla="*/ 12368 w 251019"/>
              <a:gd name="connsiteY4" fmla="*/ 155237 h 155237"/>
              <a:gd name="connsiteX5" fmla="*/ 11931 w 251019"/>
              <a:gd name="connsiteY5" fmla="*/ 154800 h 155237"/>
              <a:gd name="connsiteX6" fmla="*/ 9000 w 251019"/>
              <a:gd name="connsiteY6" fmla="*/ 154800 h 155237"/>
              <a:gd name="connsiteX7" fmla="*/ 0 w 251019"/>
              <a:gd name="connsiteY7" fmla="*/ 145800 h 155237"/>
              <a:gd name="connsiteX8" fmla="*/ 0 w 251019"/>
              <a:gd name="connsiteY8" fmla="*/ 9000 h 155237"/>
              <a:gd name="connsiteX9" fmla="*/ 9000 w 251019"/>
              <a:gd name="connsiteY9" fmla="*/ 0 h 155237"/>
              <a:gd name="connsiteX10" fmla="*/ 45000 w 251019"/>
              <a:gd name="connsiteY10" fmla="*/ 0 h 155237"/>
              <a:gd name="connsiteX11" fmla="*/ 54000 w 251019"/>
              <a:gd name="connsiteY11" fmla="*/ 9000 h 155237"/>
              <a:gd name="connsiteX12" fmla="*/ 54000 w 251019"/>
              <a:gd name="connsiteY12" fmla="*/ 101237 h 155237"/>
            </a:gdLst>
            <a:ahLst/>
            <a:cxnLst/>
            <a:rect l="l" t="t" r="r" b="b"/>
            <a:pathLst>
              <a:path w="251019" h="155237">
                <a:moveTo>
                  <a:pt x="242019" y="101237"/>
                </a:moveTo>
                <a:cubicBezTo>
                  <a:pt x="246990" y="101237"/>
                  <a:pt x="251019" y="105266"/>
                  <a:pt x="251019" y="110237"/>
                </a:cubicBezTo>
                <a:lnTo>
                  <a:pt x="251019" y="146238"/>
                </a:lnTo>
                <a:cubicBezTo>
                  <a:pt x="251019" y="151209"/>
                  <a:pt x="246990" y="155237"/>
                  <a:pt x="242019" y="155237"/>
                </a:cubicBezTo>
                <a:lnTo>
                  <a:pt x="12368" y="155237"/>
                </a:lnTo>
                <a:lnTo>
                  <a:pt x="11931" y="154800"/>
                </a:lnTo>
                <a:lnTo>
                  <a:pt x="9000" y="154800"/>
                </a:lnTo>
                <a:cubicBezTo>
                  <a:pt x="4029" y="154800"/>
                  <a:pt x="0" y="150771"/>
                  <a:pt x="0" y="145800"/>
                </a:cubicBezTo>
                <a:lnTo>
                  <a:pt x="0" y="9000"/>
                </a:lnTo>
                <a:cubicBezTo>
                  <a:pt x="0" y="4029"/>
                  <a:pt x="4029" y="0"/>
                  <a:pt x="9000" y="0"/>
                </a:cubicBezTo>
                <a:lnTo>
                  <a:pt x="45000" y="0"/>
                </a:lnTo>
                <a:cubicBezTo>
                  <a:pt x="49971" y="0"/>
                  <a:pt x="54000" y="4029"/>
                  <a:pt x="54000" y="9000"/>
                </a:cubicBezTo>
                <a:lnTo>
                  <a:pt x="54000" y="101237"/>
                </a:lnTo>
                <a:close/>
              </a:path>
            </a:pathLst>
          </a:cu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45719" tIns="45719" rIns="45719" bIns="45719" anchor="ctr">
            <a:no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cap="none" spc="0" baseline="0">
              <a:ln>
                <a:noFill/>
              </a:ln>
              <a:solidFill>
                <a:srgbClr val="00000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A694FFB7-3180-0E40-953B-32E4B3CEFFD6}"/>
              </a:ext>
            </a:extLst>
          </p:cNvPr>
          <p:cNvSpPr>
            <a:spLocks noGrp="1"/>
          </p:cNvSpPr>
          <p:nvPr/>
        </p:nvSpPr>
        <p:spPr>
          <a:xfrm>
            <a:off x="656082" y="1103033"/>
            <a:ext cx="10766113" cy="426720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just">
              <a:buNone/>
            </a:pPr>
            <a:r>
              <a:rPr sz="2200" b="1">
                <a:solidFill>
                  <a:schemeClr val="tx1"/>
                </a:solidFill>
                <a:latin typeface="Lulo Clean W01 One Bold"/>
                <a:ea typeface="Lulo Clean W01 One Bold"/>
                <a:cs typeface="Lulo Clean W01 One Bold"/>
              </a:rPr>
              <a:t>{{PROFILES}}</a:t>
            </a:r>
          </a:p>
        </p:txBody>
      </p:sp>
      <p:graphicFrame>
        <p:nvGraphicFramePr>
          <p:cNvPr id="106" name="Chart">
            <a:extLst>
              <a:ext uri="{FF2B5EF4-FFF2-40B4-BE49-F238E27FC236}">
                <a16:creationId xmlns:a16="http://schemas.microsoft.com/office/drawing/2014/main" id="{FA3287FA-1959-44E2-B03E-4EBC4BCA3037}"/>
              </a:ext>
            </a:extLst>
          </p:cNvPr>
          <p:cNvGraphicFramePr/>
          <p:nvPr/>
        </p:nvGraphicFramePr>
        <p:xfrm>
          <a:off x="1666875" y="2209800"/>
          <a:ext cx="885825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3357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ángulo 6">
            <a:extLst>
              <a:ext uri="{FF2B5EF4-FFF2-40B4-BE49-F238E27FC236}">
                <a16:creationId xmlns:a16="http://schemas.microsoft.com/office/drawing/2014/main" id="{FCD221F1-5C3E-8E5C-5EDA-B9348679197F}"/>
              </a:ext>
            </a:extLst>
          </p:cNvPr>
          <p:cNvSpPr>
            <a:spLocks noGrp="1"/>
          </p:cNvSpPr>
          <p:nvPr/>
        </p:nvSpPr>
        <p:spPr>
          <a:xfrm rot="16201099">
            <a:off x="5627744" y="-4787258"/>
            <a:ext cx="128582" cy="11460279"/>
          </a:xfrm>
          <a:prstGeom prst="rect">
            <a:avLst/>
          </a:prstGeom>
          <a:solidFill>
            <a:srgbClr val="DC7F37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" name="Rectángulo 3">
            <a:extLst>
              <a:ext uri="{FF2B5EF4-FFF2-40B4-BE49-F238E27FC236}">
                <a16:creationId xmlns:a16="http://schemas.microsoft.com/office/drawing/2014/main" id="{A912FD33-40FD-E689-D989-428D21D66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28853" cy="883564"/>
          </a:xfrm>
          <a:prstGeom prst="rect">
            <a:avLst/>
          </a:prstGeom>
          <a:solidFill>
            <a:srgbClr val="960E53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5" name="Imagen 5">
            <a:extLst>
              <a:ext uri="{FF2B5EF4-FFF2-40B4-BE49-F238E27FC236}">
                <a16:creationId xmlns:a16="http://schemas.microsoft.com/office/drawing/2014/main" id="{C3088F4C-CC0D-42F4-96EE-F8AFBBB0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96" y="48901"/>
            <a:ext cx="1963460" cy="785761"/>
          </a:xfrm>
          <a:prstGeom prst="rect">
            <a:avLst/>
          </a:prstGeom>
          <a:ln w="12700">
            <a:miter/>
          </a:ln>
        </p:spPr>
      </p:pic>
      <p:sp>
        <p:nvSpPr>
          <p:cNvPr id="2" name="CuadroTexto 10">
            <a:extLst>
              <a:ext uri="{FF2B5EF4-FFF2-40B4-BE49-F238E27FC236}">
                <a16:creationId xmlns:a16="http://schemas.microsoft.com/office/drawing/2014/main" id="{0000FAED-E800-2B25-82DB-8DD055A68059}"/>
              </a:ext>
            </a:extLst>
          </p:cNvPr>
          <p:cNvSpPr>
            <a:spLocks noGrp="1"/>
          </p:cNvSpPr>
          <p:nvPr/>
        </p:nvSpPr>
        <p:spPr>
          <a:xfrm>
            <a:off x="2634906" y="164719"/>
            <a:ext cx="8993342" cy="492443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</a:pPr>
            <a:r>
              <a:rPr sz="2600" b="1" cap="all">
                <a:solidFill>
                  <a:srgbClr val="8A1044"/>
                </a:solidFill>
                <a:latin typeface="Lulo Clean W01 One Bold"/>
                <a:ea typeface="Lulo Clean W01 One Bold"/>
                <a:cs typeface="Lulo Clean W01 One Bold"/>
              </a:rPr>
              <a:t>INGRESO ELECTRONICO</a:t>
            </a:r>
          </a:p>
        </p:txBody>
      </p:sp>
      <p:sp>
        <p:nvSpPr>
          <p:cNvPr id="4" name="Rectángulo redondeado 72">
            <a:extLst>
              <a:ext uri="{FF2B5EF4-FFF2-40B4-BE49-F238E27FC236}">
                <a16:creationId xmlns:a16="http://schemas.microsoft.com/office/drawing/2014/main" id="{6A7B7831-EC0D-D89C-D81D-2165A1954719}"/>
              </a:ext>
            </a:extLst>
          </p:cNvPr>
          <p:cNvSpPr>
            <a:spLocks noGrp="1"/>
          </p:cNvSpPr>
          <p:nvPr/>
        </p:nvSpPr>
        <p:spPr>
          <a:xfrm>
            <a:off x="261072" y="1137185"/>
            <a:ext cx="356313" cy="360000"/>
          </a:xfrm>
          <a:prstGeom prst="roundRect">
            <a:avLst/>
          </a:prstGeom>
          <a:solidFill>
            <a:srgbClr val="960E53"/>
          </a:solidFill>
          <a:ln w="12700" cap="flat">
            <a:noFill/>
            <a:prstDash val="solid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45719" tIns="45719" rIns="45719" bIns="45719" anchor="ctr">
            <a:sp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cap="none" spc="0" baseline="0">
              <a:ln>
                <a:noFill/>
              </a:ln>
              <a:solidFill>
                <a:srgbClr val="00000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Forma libre 73">
            <a:extLst>
              <a:ext uri="{FF2B5EF4-FFF2-40B4-BE49-F238E27FC236}">
                <a16:creationId xmlns:a16="http://schemas.microsoft.com/office/drawing/2014/main" id="{A0D64C9F-98E2-876C-6361-5DFB3D4096EF}"/>
              </a:ext>
            </a:extLst>
          </p:cNvPr>
          <p:cNvSpPr>
            <a:spLocks noGrp="1"/>
          </p:cNvSpPr>
          <p:nvPr/>
        </p:nvSpPr>
        <p:spPr>
          <a:xfrm rot="18900000">
            <a:off x="315004" y="1203199"/>
            <a:ext cx="248448" cy="155237"/>
          </a:xfrm>
          <a:custGeom>
            <a:avLst/>
            <a:gdLst>
              <a:gd name="connsiteX0" fmla="*/ 242019 w 251019"/>
              <a:gd name="connsiteY0" fmla="*/ 101237 h 155237"/>
              <a:gd name="connsiteX1" fmla="*/ 251019 w 251019"/>
              <a:gd name="connsiteY1" fmla="*/ 110237 h 155237"/>
              <a:gd name="connsiteX2" fmla="*/ 251019 w 251019"/>
              <a:gd name="connsiteY2" fmla="*/ 146238 h 155237"/>
              <a:gd name="connsiteX3" fmla="*/ 242019 w 251019"/>
              <a:gd name="connsiteY3" fmla="*/ 155237 h 155237"/>
              <a:gd name="connsiteX4" fmla="*/ 12368 w 251019"/>
              <a:gd name="connsiteY4" fmla="*/ 155237 h 155237"/>
              <a:gd name="connsiteX5" fmla="*/ 11931 w 251019"/>
              <a:gd name="connsiteY5" fmla="*/ 154800 h 155237"/>
              <a:gd name="connsiteX6" fmla="*/ 9000 w 251019"/>
              <a:gd name="connsiteY6" fmla="*/ 154800 h 155237"/>
              <a:gd name="connsiteX7" fmla="*/ 0 w 251019"/>
              <a:gd name="connsiteY7" fmla="*/ 145800 h 155237"/>
              <a:gd name="connsiteX8" fmla="*/ 0 w 251019"/>
              <a:gd name="connsiteY8" fmla="*/ 9000 h 155237"/>
              <a:gd name="connsiteX9" fmla="*/ 9000 w 251019"/>
              <a:gd name="connsiteY9" fmla="*/ 0 h 155237"/>
              <a:gd name="connsiteX10" fmla="*/ 45000 w 251019"/>
              <a:gd name="connsiteY10" fmla="*/ 0 h 155237"/>
              <a:gd name="connsiteX11" fmla="*/ 54000 w 251019"/>
              <a:gd name="connsiteY11" fmla="*/ 9000 h 155237"/>
              <a:gd name="connsiteX12" fmla="*/ 54000 w 251019"/>
              <a:gd name="connsiteY12" fmla="*/ 101237 h 155237"/>
            </a:gdLst>
            <a:ahLst/>
            <a:cxnLst/>
            <a:rect l="l" t="t" r="r" b="b"/>
            <a:pathLst>
              <a:path w="251019" h="155237">
                <a:moveTo>
                  <a:pt x="242019" y="101237"/>
                </a:moveTo>
                <a:cubicBezTo>
                  <a:pt x="246990" y="101237"/>
                  <a:pt x="251019" y="105266"/>
                  <a:pt x="251019" y="110237"/>
                </a:cubicBezTo>
                <a:lnTo>
                  <a:pt x="251019" y="146238"/>
                </a:lnTo>
                <a:cubicBezTo>
                  <a:pt x="251019" y="151209"/>
                  <a:pt x="246990" y="155237"/>
                  <a:pt x="242019" y="155237"/>
                </a:cubicBezTo>
                <a:lnTo>
                  <a:pt x="12368" y="155237"/>
                </a:lnTo>
                <a:lnTo>
                  <a:pt x="11931" y="154800"/>
                </a:lnTo>
                <a:lnTo>
                  <a:pt x="9000" y="154800"/>
                </a:lnTo>
                <a:cubicBezTo>
                  <a:pt x="4029" y="154800"/>
                  <a:pt x="0" y="150771"/>
                  <a:pt x="0" y="145800"/>
                </a:cubicBezTo>
                <a:lnTo>
                  <a:pt x="0" y="9000"/>
                </a:lnTo>
                <a:cubicBezTo>
                  <a:pt x="0" y="4029"/>
                  <a:pt x="4029" y="0"/>
                  <a:pt x="9000" y="0"/>
                </a:cubicBezTo>
                <a:lnTo>
                  <a:pt x="45000" y="0"/>
                </a:lnTo>
                <a:cubicBezTo>
                  <a:pt x="49971" y="0"/>
                  <a:pt x="54000" y="4029"/>
                  <a:pt x="54000" y="9000"/>
                </a:cubicBezTo>
                <a:lnTo>
                  <a:pt x="54000" y="101237"/>
                </a:lnTo>
                <a:close/>
              </a:path>
            </a:pathLst>
          </a:cu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45719" tIns="45719" rIns="45719" bIns="45719" anchor="ctr">
            <a:no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cap="none" spc="0" baseline="0">
              <a:ln>
                <a:noFill/>
              </a:ln>
              <a:solidFill>
                <a:srgbClr val="00000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EDC11872-73A3-83A1-DCFD-1F227EFC4692}"/>
              </a:ext>
            </a:extLst>
          </p:cNvPr>
          <p:cNvSpPr>
            <a:spLocks noGrp="1"/>
          </p:cNvSpPr>
          <p:nvPr/>
        </p:nvSpPr>
        <p:spPr>
          <a:xfrm>
            <a:off x="656082" y="1103033"/>
            <a:ext cx="10766113" cy="426720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just">
              <a:buNone/>
            </a:pPr>
            <a:r>
              <a:rPr sz="2200" b="1">
                <a:solidFill>
                  <a:schemeClr val="tx1"/>
                </a:solidFill>
                <a:latin typeface="Lulo Clean W01 One Bold"/>
                <a:ea typeface="Lulo Clean W01 One Bold"/>
                <a:cs typeface="Lulo Clean W01 One Bold"/>
              </a:rPr>
              <a:t>{{INCOME}}</a:t>
            </a:r>
          </a:p>
        </p:txBody>
      </p:sp>
      <p:graphicFrame>
        <p:nvGraphicFramePr>
          <p:cNvPr id="106" name="Chart">
            <a:extLst>
              <a:ext uri="{FF2B5EF4-FFF2-40B4-BE49-F238E27FC236}">
                <a16:creationId xmlns:a16="http://schemas.microsoft.com/office/drawing/2014/main" id="{16A014E8-EE29-445F-AAF8-E7C84CD48667}"/>
              </a:ext>
            </a:extLst>
          </p:cNvPr>
          <p:cNvGraphicFramePr/>
          <p:nvPr/>
        </p:nvGraphicFramePr>
        <p:xfrm>
          <a:off x="1666875" y="2333625"/>
          <a:ext cx="88582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420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ángulo 6">
            <a:extLst>
              <a:ext uri="{FF2B5EF4-FFF2-40B4-BE49-F238E27FC236}">
                <a16:creationId xmlns:a16="http://schemas.microsoft.com/office/drawing/2014/main" id="{E04EE304-7003-322F-7E8D-9A396BFB7FCC}"/>
              </a:ext>
            </a:extLst>
          </p:cNvPr>
          <p:cNvSpPr>
            <a:spLocks noGrp="1"/>
          </p:cNvSpPr>
          <p:nvPr/>
        </p:nvSpPr>
        <p:spPr>
          <a:xfrm rot="16201099">
            <a:off x="5627744" y="-4787258"/>
            <a:ext cx="128582" cy="11460279"/>
          </a:xfrm>
          <a:prstGeom prst="rect">
            <a:avLst/>
          </a:prstGeom>
          <a:solidFill>
            <a:srgbClr val="DC7F37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" name="Rectángulo 3">
            <a:extLst>
              <a:ext uri="{FF2B5EF4-FFF2-40B4-BE49-F238E27FC236}">
                <a16:creationId xmlns:a16="http://schemas.microsoft.com/office/drawing/2014/main" id="{E521BF6B-0DF4-8F3F-BE3F-BB1B134C7E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28853" cy="883564"/>
          </a:xfrm>
          <a:prstGeom prst="rect">
            <a:avLst/>
          </a:prstGeom>
          <a:solidFill>
            <a:srgbClr val="960E53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5" name="Imagen 5">
            <a:extLst>
              <a:ext uri="{FF2B5EF4-FFF2-40B4-BE49-F238E27FC236}">
                <a16:creationId xmlns:a16="http://schemas.microsoft.com/office/drawing/2014/main" id="{EAA84F91-72D5-424D-990B-B1494BDB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96" y="48901"/>
            <a:ext cx="1963460" cy="785761"/>
          </a:xfrm>
          <a:prstGeom prst="rect">
            <a:avLst/>
          </a:prstGeom>
          <a:ln w="12700">
            <a:miter/>
          </a:ln>
        </p:spPr>
      </p:pic>
      <p:sp>
        <p:nvSpPr>
          <p:cNvPr id="2" name="CuadroTexto 10">
            <a:extLst>
              <a:ext uri="{FF2B5EF4-FFF2-40B4-BE49-F238E27FC236}">
                <a16:creationId xmlns:a16="http://schemas.microsoft.com/office/drawing/2014/main" id="{55E9D232-7645-50A4-06F2-95490B55AE5E}"/>
              </a:ext>
            </a:extLst>
          </p:cNvPr>
          <p:cNvSpPr>
            <a:spLocks noGrp="1"/>
          </p:cNvSpPr>
          <p:nvPr/>
        </p:nvSpPr>
        <p:spPr>
          <a:xfrm>
            <a:off x="2634906" y="164719"/>
            <a:ext cx="8993342" cy="492443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</a:pPr>
            <a:r>
              <a:rPr sz="2600" b="1" cap="all">
                <a:solidFill>
                  <a:srgbClr val="8A1044"/>
                </a:solidFill>
                <a:latin typeface="Lulo Clean W01 One Bold"/>
                <a:ea typeface="Lulo Clean W01 One Bold"/>
                <a:cs typeface="Lulo Clean W01 One Bold"/>
              </a:rPr>
              <a:t>USO TARJETA</a:t>
            </a:r>
          </a:p>
        </p:txBody>
      </p:sp>
      <p:sp>
        <p:nvSpPr>
          <p:cNvPr id="4" name="Rectángulo redondeado 72">
            <a:extLst>
              <a:ext uri="{FF2B5EF4-FFF2-40B4-BE49-F238E27FC236}">
                <a16:creationId xmlns:a16="http://schemas.microsoft.com/office/drawing/2014/main" id="{24F1EAAE-74E1-DA22-2EC3-577B83523632}"/>
              </a:ext>
            </a:extLst>
          </p:cNvPr>
          <p:cNvSpPr>
            <a:spLocks noGrp="1"/>
          </p:cNvSpPr>
          <p:nvPr/>
        </p:nvSpPr>
        <p:spPr>
          <a:xfrm>
            <a:off x="261072" y="1137185"/>
            <a:ext cx="356313" cy="360000"/>
          </a:xfrm>
          <a:prstGeom prst="roundRect">
            <a:avLst/>
          </a:prstGeom>
          <a:solidFill>
            <a:srgbClr val="960E53"/>
          </a:solidFill>
          <a:ln w="12700" cap="flat">
            <a:noFill/>
            <a:prstDash val="solid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45719" tIns="45719" rIns="45719" bIns="45719" anchor="ctr">
            <a:sp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cap="none" spc="0" baseline="0">
              <a:ln>
                <a:noFill/>
              </a:ln>
              <a:solidFill>
                <a:srgbClr val="00000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Forma libre 73">
            <a:extLst>
              <a:ext uri="{FF2B5EF4-FFF2-40B4-BE49-F238E27FC236}">
                <a16:creationId xmlns:a16="http://schemas.microsoft.com/office/drawing/2014/main" id="{9CEE9A14-A6B7-3042-94CF-8F5D909A4EFF}"/>
              </a:ext>
            </a:extLst>
          </p:cNvPr>
          <p:cNvSpPr>
            <a:spLocks noGrp="1"/>
          </p:cNvSpPr>
          <p:nvPr/>
        </p:nvSpPr>
        <p:spPr>
          <a:xfrm rot="18900000">
            <a:off x="315004" y="1203199"/>
            <a:ext cx="248448" cy="155237"/>
          </a:xfrm>
          <a:custGeom>
            <a:avLst/>
            <a:gdLst>
              <a:gd name="connsiteX0" fmla="*/ 242019 w 251019"/>
              <a:gd name="connsiteY0" fmla="*/ 101237 h 155237"/>
              <a:gd name="connsiteX1" fmla="*/ 251019 w 251019"/>
              <a:gd name="connsiteY1" fmla="*/ 110237 h 155237"/>
              <a:gd name="connsiteX2" fmla="*/ 251019 w 251019"/>
              <a:gd name="connsiteY2" fmla="*/ 146238 h 155237"/>
              <a:gd name="connsiteX3" fmla="*/ 242019 w 251019"/>
              <a:gd name="connsiteY3" fmla="*/ 155237 h 155237"/>
              <a:gd name="connsiteX4" fmla="*/ 12368 w 251019"/>
              <a:gd name="connsiteY4" fmla="*/ 155237 h 155237"/>
              <a:gd name="connsiteX5" fmla="*/ 11931 w 251019"/>
              <a:gd name="connsiteY5" fmla="*/ 154800 h 155237"/>
              <a:gd name="connsiteX6" fmla="*/ 9000 w 251019"/>
              <a:gd name="connsiteY6" fmla="*/ 154800 h 155237"/>
              <a:gd name="connsiteX7" fmla="*/ 0 w 251019"/>
              <a:gd name="connsiteY7" fmla="*/ 145800 h 155237"/>
              <a:gd name="connsiteX8" fmla="*/ 0 w 251019"/>
              <a:gd name="connsiteY8" fmla="*/ 9000 h 155237"/>
              <a:gd name="connsiteX9" fmla="*/ 9000 w 251019"/>
              <a:gd name="connsiteY9" fmla="*/ 0 h 155237"/>
              <a:gd name="connsiteX10" fmla="*/ 45000 w 251019"/>
              <a:gd name="connsiteY10" fmla="*/ 0 h 155237"/>
              <a:gd name="connsiteX11" fmla="*/ 54000 w 251019"/>
              <a:gd name="connsiteY11" fmla="*/ 9000 h 155237"/>
              <a:gd name="connsiteX12" fmla="*/ 54000 w 251019"/>
              <a:gd name="connsiteY12" fmla="*/ 101237 h 155237"/>
            </a:gdLst>
            <a:ahLst/>
            <a:cxnLst/>
            <a:rect l="l" t="t" r="r" b="b"/>
            <a:pathLst>
              <a:path w="251019" h="155237">
                <a:moveTo>
                  <a:pt x="242019" y="101237"/>
                </a:moveTo>
                <a:cubicBezTo>
                  <a:pt x="246990" y="101237"/>
                  <a:pt x="251019" y="105266"/>
                  <a:pt x="251019" y="110237"/>
                </a:cubicBezTo>
                <a:lnTo>
                  <a:pt x="251019" y="146238"/>
                </a:lnTo>
                <a:cubicBezTo>
                  <a:pt x="251019" y="151209"/>
                  <a:pt x="246990" y="155237"/>
                  <a:pt x="242019" y="155237"/>
                </a:cubicBezTo>
                <a:lnTo>
                  <a:pt x="12368" y="155237"/>
                </a:lnTo>
                <a:lnTo>
                  <a:pt x="11931" y="154800"/>
                </a:lnTo>
                <a:lnTo>
                  <a:pt x="9000" y="154800"/>
                </a:lnTo>
                <a:cubicBezTo>
                  <a:pt x="4029" y="154800"/>
                  <a:pt x="0" y="150771"/>
                  <a:pt x="0" y="145800"/>
                </a:cubicBezTo>
                <a:lnTo>
                  <a:pt x="0" y="9000"/>
                </a:lnTo>
                <a:cubicBezTo>
                  <a:pt x="0" y="4029"/>
                  <a:pt x="4029" y="0"/>
                  <a:pt x="9000" y="0"/>
                </a:cubicBezTo>
                <a:lnTo>
                  <a:pt x="45000" y="0"/>
                </a:lnTo>
                <a:cubicBezTo>
                  <a:pt x="49971" y="0"/>
                  <a:pt x="54000" y="4029"/>
                  <a:pt x="54000" y="9000"/>
                </a:cubicBezTo>
                <a:lnTo>
                  <a:pt x="54000" y="101237"/>
                </a:lnTo>
                <a:close/>
              </a:path>
            </a:pathLst>
          </a:cu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45719" tIns="45719" rIns="45719" bIns="45719" anchor="ctr">
            <a:no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cap="none" spc="0" baseline="0">
              <a:ln>
                <a:noFill/>
              </a:ln>
              <a:solidFill>
                <a:srgbClr val="000000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6A4B1D09-6B6E-102F-CF33-772F8284CA19}"/>
              </a:ext>
            </a:extLst>
          </p:cNvPr>
          <p:cNvSpPr>
            <a:spLocks noGrp="1"/>
          </p:cNvSpPr>
          <p:nvPr/>
        </p:nvSpPr>
        <p:spPr>
          <a:xfrm>
            <a:off x="656082" y="1103033"/>
            <a:ext cx="10766113" cy="426720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>
            <a:lvl1pPr algn="ctr">
              <a:buNone/>
              <a:defRPr sz="3000">
                <a:solidFill>
                  <a:srgbClr val="410324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just">
              <a:buNone/>
            </a:pPr>
            <a:r>
              <a:rPr sz="2200" b="1">
                <a:solidFill>
                  <a:schemeClr val="tx1"/>
                </a:solidFill>
                <a:latin typeface="Lulo Clean W01 One Bold"/>
                <a:ea typeface="Lulo Clean W01 One Bold"/>
                <a:cs typeface="Lulo Clean W01 One Bold"/>
              </a:rPr>
              <a:t>{{USAGE}}</a:t>
            </a:r>
          </a:p>
        </p:txBody>
      </p:sp>
      <p:graphicFrame>
        <p:nvGraphicFramePr>
          <p:cNvPr id="106" name="Chart">
            <a:extLst>
              <a:ext uri="{FF2B5EF4-FFF2-40B4-BE49-F238E27FC236}">
                <a16:creationId xmlns:a16="http://schemas.microsoft.com/office/drawing/2014/main" id="{77B9A8B0-CA18-42E2-A700-37294F9AE7A6}"/>
              </a:ext>
            </a:extLst>
          </p:cNvPr>
          <p:cNvGraphicFramePr/>
          <p:nvPr/>
        </p:nvGraphicFramePr>
        <p:xfrm>
          <a:off x="1238250" y="2114550"/>
          <a:ext cx="97155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7442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ángulo 3">
            <a:extLst>
              <a:ext uri="{FF2B5EF4-FFF2-40B4-BE49-F238E27FC236}">
                <a16:creationId xmlns:a16="http://schemas.microsoft.com/office/drawing/2014/main" id="{C7B4AFFE-1710-465D-95DD-FFA189E0CF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60E53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2" name="Imagen 4">
            <a:extLst>
              <a:ext uri="{FF2B5EF4-FFF2-40B4-BE49-F238E27FC236}">
                <a16:creationId xmlns:a16="http://schemas.microsoft.com/office/drawing/2014/main" id="{8B9CC8AE-134D-4B4E-829D-E457FBBC4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467332" y="2639986"/>
            <a:ext cx="6510029" cy="1578025"/>
          </a:xfrm>
          <a:prstGeom prst="rect">
            <a:avLst/>
          </a:prstGeom>
          <a:ln w="12700">
            <a:miter/>
          </a:ln>
        </p:spPr>
      </p:pic>
      <p:pic>
        <p:nvPicPr>
          <p:cNvPr id="123" name="Imagen 6">
            <a:extLst>
              <a:ext uri="{FF2B5EF4-FFF2-40B4-BE49-F238E27FC236}">
                <a16:creationId xmlns:a16="http://schemas.microsoft.com/office/drawing/2014/main" id="{D8C9794A-8A74-4603-9451-8E6814801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791599" y="2913684"/>
            <a:ext cx="6510030" cy="1578025"/>
          </a:xfrm>
          <a:prstGeom prst="rect">
            <a:avLst/>
          </a:prstGeom>
          <a:ln w="12700">
            <a:miter/>
          </a:ln>
        </p:spPr>
      </p:pic>
      <p:pic>
        <p:nvPicPr>
          <p:cNvPr id="124" name="Imagen 7">
            <a:extLst>
              <a:ext uri="{FF2B5EF4-FFF2-40B4-BE49-F238E27FC236}">
                <a16:creationId xmlns:a16="http://schemas.microsoft.com/office/drawing/2014/main" id="{0533DDA8-2EA8-43D8-BD47-2A9BC3B40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383" y="1231643"/>
            <a:ext cx="5747234" cy="2299996"/>
          </a:xfrm>
          <a:prstGeom prst="rect">
            <a:avLst/>
          </a:prstGeom>
          <a:ln w="12700">
            <a:miter/>
          </a:ln>
        </p:spPr>
      </p:pic>
      <p:pic>
        <p:nvPicPr>
          <p:cNvPr id="125" name="Imagen 9">
            <a:extLst>
              <a:ext uri="{FF2B5EF4-FFF2-40B4-BE49-F238E27FC236}">
                <a16:creationId xmlns:a16="http://schemas.microsoft.com/office/drawing/2014/main" id="{FAF28F3D-C5E2-4DB5-AFA0-50F7DB5C7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989" y="3697430"/>
            <a:ext cx="5054023" cy="2542253"/>
          </a:xfrm>
          <a:prstGeom prst="rect">
            <a:avLst/>
          </a:prstGeom>
          <a:ln w="12700">
            <a:miter/>
          </a:ln>
        </p:spPr>
      </p:pic>
      <p:sp>
        <p:nvSpPr>
          <p:cNvPr id="126" name="Rectángulo 10">
            <a:extLst>
              <a:ext uri="{FF2B5EF4-FFF2-40B4-BE49-F238E27FC236}">
                <a16:creationId xmlns:a16="http://schemas.microsoft.com/office/drawing/2014/main" id="{F5F68FC3-9EAC-45CE-BD47-978784D3C67A}"/>
              </a:ext>
            </a:extLst>
          </p:cNvPr>
          <p:cNvSpPr>
            <a:spLocks noGrp="1"/>
          </p:cNvSpPr>
          <p:nvPr/>
        </p:nvSpPr>
        <p:spPr>
          <a:xfrm rot="16200000">
            <a:off x="6047775" y="1525765"/>
            <a:ext cx="83976" cy="5747235"/>
          </a:xfrm>
          <a:prstGeom prst="rect">
            <a:avLst/>
          </a:prstGeom>
          <a:solidFill>
            <a:srgbClr val="DC7F37"/>
          </a:solidFill>
          <a:ln w="12700">
            <a:miter/>
          </a:ln>
        </p:spPr>
        <p:txBody>
          <a:bodyPr lIns="45719" rIns="45719"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6881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Macintosh PowerPoint</Application>
  <DocSecurity>0</DocSecurity>
  <PresentationFormat>Widescreen</PresentationFormat>
  <Paragraphs>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Lulo Clean W01 One Bold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/>
</file>