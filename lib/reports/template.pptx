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4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64a5a49659439b" /><Relationship Type="http://schemas.openxmlformats.org/officeDocument/2006/relationships/extended-properties" Target="/docProps/app.xml" Id="Rc178affbfd4945b2" /><Relationship Type="http://schemas.openxmlformats.org/officeDocument/2006/relationships/officeDocument" Target="/ppt/presentation.xml" Id="R08e2dd24d3a548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114033c7c54c67"/>
  </p:sldMasterIdLst>
  <p:notesMasterIdLst>
    <p:notesMasterId xmlns:r="http://schemas.openxmlformats.org/officeDocument/2006/relationships" r:id="R3747c8859df745f2"/>
  </p:notesMasterIdLst>
  <p:sldIdLst>
    <p:sldId xmlns:r="http://schemas.openxmlformats.org/officeDocument/2006/relationships" id="256" r:id="R3035151523994b74"/>
    <p:sldId xmlns:r="http://schemas.openxmlformats.org/officeDocument/2006/relationships" id="257" r:id="R7763aa33d01d4ff1"/>
    <p:sldId xmlns:r="http://schemas.openxmlformats.org/officeDocument/2006/relationships" id="258" r:id="R69946a0acb3c43f6"/>
    <p:sldId xmlns:r="http://schemas.openxmlformats.org/officeDocument/2006/relationships" id="259" r:id="R2e3cca1637fb4494"/>
    <p:sldId xmlns:r="http://schemas.openxmlformats.org/officeDocument/2006/relationships" id="260" r:id="Rc90fbefa009c448a"/>
    <p:sldId xmlns:r="http://schemas.openxmlformats.org/officeDocument/2006/relationships" id="261" r:id="R5046fd12b38f4036"/>
  </p:sldIdLst>
  <p:sldSz cx="12192000" cy="6858000"/>
  <p:notesSz cx="6858000" cy="9144000"/>
  <p:defaultTextStyle>
    <a:def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</a:defRPr>
    </a:defPPr>
    <a:lvl1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1pPr>
    <a:lvl2pPr xmlns:a="http://schemas.openxmlformats.org/drawingml/2006/main" marL="0" marR="0" indent="4572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2pPr>
    <a:lvl3pPr xmlns:a="http://schemas.openxmlformats.org/drawingml/2006/main" marL="0" marR="0" indent="9144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3pPr>
    <a:lvl4pPr xmlns:a="http://schemas.openxmlformats.org/drawingml/2006/main" marL="0" marR="0" indent="13716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4pPr>
    <a:lvl5pPr xmlns:a="http://schemas.openxmlformats.org/drawingml/2006/main" marL="0" marR="0" indent="18288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5pPr>
    <a:lvl6pPr xmlns:a="http://schemas.openxmlformats.org/drawingml/2006/main" marL="0" marR="0" indent="22860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6pPr>
    <a:lvl7pPr xmlns:a="http://schemas.openxmlformats.org/drawingml/2006/main" marL="0" marR="0" indent="27432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7pPr>
    <a:lvl8pPr xmlns:a="http://schemas.openxmlformats.org/drawingml/2006/main" marL="0" marR="0" indent="32004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8pPr>
    <a:lvl9pPr xmlns:a="http://schemas.openxmlformats.org/drawingml/2006/main" marL="0" marR="0" indent="365760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6f9ebf0cfa54608" /><Relationship Type="http://schemas.openxmlformats.org/officeDocument/2006/relationships/slideMaster" Target="/ppt/slideMasters/slideMaster1.xml" Id="Rba114033c7c54c67" /><Relationship Type="http://schemas.openxmlformats.org/officeDocument/2006/relationships/notesMaster" Target="/ppt/notesMasters/notesMaster1.xml" Id="R3747c8859df745f2" /><Relationship Type="http://schemas.openxmlformats.org/officeDocument/2006/relationships/presProps" Target="/ppt/presProps.xml" Id="R6d9ce2f5b0474ad9" /><Relationship Type="http://schemas.openxmlformats.org/officeDocument/2006/relationships/viewProps" Target="/ppt/viewProps.xml" Id="R38407bd3818f4189" /><Relationship Type="http://schemas.openxmlformats.org/officeDocument/2006/relationships/tableStyles" Target="/ppt/tableStyles.xml" Id="R8b21679db81048ec" /><Relationship Type="http://schemas.openxmlformats.org/officeDocument/2006/relationships/slide" Target="/ppt/slides/slide1.xml" Id="R3035151523994b74" /><Relationship Type="http://schemas.openxmlformats.org/officeDocument/2006/relationships/slide" Target="/ppt/slides/slide2.xml" Id="R7763aa33d01d4ff1" /><Relationship Type="http://schemas.openxmlformats.org/officeDocument/2006/relationships/slide" Target="/ppt/slides/slide3.xml" Id="R69946a0acb3c43f6" /><Relationship Type="http://schemas.openxmlformats.org/officeDocument/2006/relationships/slide" Target="/ppt/slides/slide4.xml" Id="R2e3cca1637fb4494" /><Relationship Type="http://schemas.openxmlformats.org/officeDocument/2006/relationships/slide" Target="/ppt/slides/slide5.xml" Id="Rc90fbefa009c448a" /><Relationship Type="http://schemas.openxmlformats.org/officeDocument/2006/relationships/slide" Target="/ppt/slides/slide6.xml" Id="R5046fd12b38f40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1fafc5e18248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e Office">
  <a:themeElements>
    <a:clrScheme name="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54d5314c6b4cb3" /><Relationship Type="http://schemas.openxmlformats.org/officeDocument/2006/relationships/notesMaster" Target="/ppt/notesMasters/notesMaster1.xml" Id="Rc0cf53321fee46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b4578ba2374f6e" /><Relationship Type="http://schemas.openxmlformats.org/officeDocument/2006/relationships/notesMaster" Target="/ppt/notesMasters/notesMaster1.xml" Id="R33203a384fac4c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124b62d8c34140" /><Relationship Type="http://schemas.openxmlformats.org/officeDocument/2006/relationships/notesMaster" Target="/ppt/notesMasters/notesMaster1.xml" Id="Rb586736b2d524e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986299419946b8" /><Relationship Type="http://schemas.openxmlformats.org/officeDocument/2006/relationships/notesMaster" Target="/ppt/notesMasters/notesMaster1.xml" Id="Rbe8ec51e798c49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bda02d696474846" /><Relationship Type="http://schemas.openxmlformats.org/officeDocument/2006/relationships/notesMaster" Target="/ppt/notesMasters/notesMaster1.xml" Id="Rde279187ae654c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2894f8418f459f" /><Relationship Type="http://schemas.openxmlformats.org/officeDocument/2006/relationships/notesMaster" Target="/ppt/notesMasters/notesMaster1.xml" Id="R1d4475eec1e045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datos privados de las carpetas autorizadas de Drive, procesados en IMTES Recaudo 360. Corte y cifras se generan para cada semana.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datos privados de las carpetas autorizadas de Drive, procesados en IMTES Recaudo 360. Corte y cifras se generan para cada semana.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datos privados de las carpetas autorizadas de Drive, procesados en IMTES Recaudo 360. Corte y cifras se generan para cada semana.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datos privados de las carpetas autorizadas de Drive, procesados en IMTES Recaudo 360. Corte y cifras se generan para cada semana.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datos privados de las carpetas autorizadas de Drive, procesados en IMTES Recaudo 360. Corte y cifras se generan para cada semana.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datos privados de las carpetas autorizadas de Drive, procesados en IMTES Recaudo 360. Corte y cifras se generan para cada semana.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f25c0650764a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9ea53be2c54b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5edc39c484a6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59fc96ff14bf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125913923b46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65d52b5a64f8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c38a6dc2fd4ee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f4167aa87d420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0a9bc89694ae5" /></Relationships>
</file>

<file path=ppt/slideLayouts/slideLayout1.xml><?xml version="1.0" encoding="utf-8"?>
<p:sldLayout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4BA3C27B-65BE-47B1-B183-2C392811E2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1122362"/>
            <a:ext cx="9144000" cy="23876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Texto del título</a:t>
            </a:r>
          </a:p>
        </p:txBody>
      </p:sp>
      <p:sp>
        <p:nvSpPr>
          <p:cNvPr id="12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A490A59D-49E8-48F1-BC37-510573510B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24000" y="3602037"/>
            <a:ext cx="9144000" cy="16557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13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21E06E3D-EF41-4B19-85D9-95F312663B19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Título y objeto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7E91A765-E427-4D23-9237-71A31045CB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Texto del título</a:t>
            </a:r>
          </a:p>
        </p:txBody>
      </p:sp>
      <p:sp>
        <p:nvSpPr>
          <p:cNvPr id="21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B72084F3-184B-42C3-ABB3-3F08FD58EC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22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ADB66C76-A025-4E74-B7E8-DAD7E5AE409C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Encabezado de secció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A6A2FD0D-038D-4C4D-B3CA-988B22C4A1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Texto del título</a:t>
            </a:r>
          </a:p>
        </p:txBody>
      </p:sp>
      <p:sp>
        <p:nvSpPr>
          <p:cNvPr id="30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5F620563-E8A3-4B60-87B7-C88B10576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2"/>
            <a:ext cx="10515600" cy="15001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31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5A3BAE71-954B-49C0-A17F-D2A554F3B68E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Dos objeto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A19727FE-A2C9-43E5-B87A-24B42CA924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Texto del título</a:t>
            </a:r>
          </a:p>
        </p:txBody>
      </p:sp>
      <p:sp>
        <p:nvSpPr>
          <p:cNvPr id="39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C9421067-1C74-44DB-A9CF-A03A9BA3AB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40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CAD3D6E9-4B47-4472-BDF6-EEB9F1B9D2E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Comparació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12795592-87CB-44BE-83EE-B5FAD1DE6D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7" y="365125"/>
            <a:ext cx="10515601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Texto del título</a:t>
            </a:r>
          </a:p>
        </p:txBody>
      </p:sp>
      <p:sp>
        <p:nvSpPr>
          <p:cNvPr id="48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473F5B52-C230-4B97-87FA-0608059115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7" y="1681163"/>
            <a:ext cx="5157789" cy="8239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49" name="Marcador de texto 4">
            <a:extLst xmlns:a="http://schemas.openxmlformats.org/drawingml/2006/main">
              <a:ext uri="{FF2B5EF4-FFF2-40B4-BE49-F238E27FC236}">
                <a16:creationId xmlns:a16="http://schemas.microsoft.com/office/drawing/2014/main" id="{37F2DF4D-5B7F-4420-ADB4-723C703E1BD6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172200" y="1681163"/>
            <a:ext cx="5183188" cy="8239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D640D0FF-9543-4AA1-9647-02D0E03BE31C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Solo el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C66D1B93-2711-498C-AB3A-3A435C66C0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Texto del título</a:t>
            </a:r>
          </a:p>
        </p:txBody>
      </p:sp>
      <p:sp>
        <p:nvSpPr>
          <p:cNvPr id="58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F0F16161-C580-499B-AE25-E24490A3BAE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En bl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7FEC6DD1-D106-4D10-9F66-534815EF67A7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>
  <p:cSld name="Contenido con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49F33449-7831-4364-9B7C-BDE72A2ECF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7" y="457200"/>
            <a:ext cx="3932239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Texto del título</a:t>
            </a:r>
          </a:p>
        </p:txBody>
      </p:sp>
      <p:sp>
        <p:nvSpPr>
          <p:cNvPr id="73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E3FF2E67-3A5B-42AA-BABC-D6DA4D37E7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7" y="987425"/>
            <a:ext cx="6172201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 marL="718457" indent="-261257">
              <a:buNone/>
              <a:defRPr sz="3200"/>
            </a:lvl2pPr>
            <a:lvl3pPr marL="1219200" indent="-304800">
              <a:buNone/>
              <a:defRPr sz="3200"/>
            </a:lvl3pPr>
            <a:lvl4pPr marL="1737360" indent="-365760">
              <a:buNone/>
              <a:defRPr sz="3200"/>
            </a:lvl4pPr>
            <a:lvl5pPr marL="2194560" indent="-365760">
              <a:buNone/>
              <a:defRPr sz="3200"/>
            </a:lvl5pPr>
          </a:lstStyle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74" name="Marcador de texto 3">
            <a:extLst xmlns:a="http://schemas.openxmlformats.org/drawingml/2006/main">
              <a:ext uri="{FF2B5EF4-FFF2-40B4-BE49-F238E27FC236}">
                <a16:creationId xmlns:a16="http://schemas.microsoft.com/office/drawing/2014/main" id="{E912D11A-488B-4D5B-9629-F21FAF1F0E36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839787" y="2057400"/>
            <a:ext cx="3932239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A0236913-46F7-4749-9D94-7208D12B0B3A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>
  <p:cSld name="Imagen con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C79C84A0-27A0-4F85-A7EC-D21CE1B5D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7" y="457200"/>
            <a:ext cx="3932239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Texto del título</a:t>
            </a:r>
          </a:p>
        </p:txBody>
      </p:sp>
      <p:sp>
        <p:nvSpPr>
          <p:cNvPr id="83" name="Marcador de posición de imagen 2">
            <a:extLst xmlns:a="http://schemas.openxmlformats.org/drawingml/2006/main">
              <a:ext uri="{FF2B5EF4-FFF2-40B4-BE49-F238E27FC236}">
                <a16:creationId xmlns:a16="http://schemas.microsoft.com/office/drawing/2014/main" id="{705E5074-FD83-4AB8-86A6-ECA0710048A6}"/>
              </a:ext>
            </a:extLst>
          </p:cNvPr>
          <p:cNvSpPr>
            <a:spLocks xmlns:a="http://schemas.openxmlformats.org/drawingml/2006/main" noGrp="1"/>
          </p:cNvSpPr>
          <p:nvPr>
            <p:ph type="pic" idx="21"/>
          </p:nvPr>
        </p:nvSpPr>
        <p:spPr>
          <a:xfrm xmlns:a="http://schemas.openxmlformats.org/drawingml/2006/main">
            <a:off x="5183187" y="987425"/>
            <a:ext cx="6172201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39" rIns="91439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4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E9DE408E-60D0-4278-9FEF-9F610FCDE3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7" y="2057400"/>
            <a:ext cx="3932239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85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E8D958C6-42C6-483F-A581-3288930D3E9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f1e6b598894b54" /><Relationship Type="http://schemas.openxmlformats.org/officeDocument/2006/relationships/slideLayout" Target="/ppt/slideLayouts/slideLayout1.xml" Id="R6dcf8fb8f88641b8" /><Relationship Type="http://schemas.openxmlformats.org/officeDocument/2006/relationships/slideLayout" Target="/ppt/slideLayouts/slideLayout2.xml" Id="R1fd04a3b926242b6" /><Relationship Type="http://schemas.openxmlformats.org/officeDocument/2006/relationships/slideLayout" Target="/ppt/slideLayouts/slideLayout3.xml" Id="R7cc4feed9b394d90" /><Relationship Type="http://schemas.openxmlformats.org/officeDocument/2006/relationships/slideLayout" Target="/ppt/slideLayouts/slideLayout4.xml" Id="R2113c9490af04a24" /><Relationship Type="http://schemas.openxmlformats.org/officeDocument/2006/relationships/slideLayout" Target="/ppt/slideLayouts/slideLayout5.xml" Id="Re9e35e65ee9a4399" /><Relationship Type="http://schemas.openxmlformats.org/officeDocument/2006/relationships/slideLayout" Target="/ppt/slideLayouts/slideLayout6.xml" Id="R8a5f5642601a4030" /><Relationship Type="http://schemas.openxmlformats.org/officeDocument/2006/relationships/slideLayout" Target="/ppt/slideLayouts/slideLayout7.xml" Id="Ra2496ab0e51e4ee4" /><Relationship Type="http://schemas.openxmlformats.org/officeDocument/2006/relationships/slideLayout" Target="/ppt/slideLayouts/slideLayout8.xml" Id="R286de53f89a0460b" /><Relationship Type="http://schemas.openxmlformats.org/officeDocument/2006/relationships/slideLayout" Target="/ppt/slideLayouts/slideLayout9.xml" Id="R763951c2a9ca4b4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o del título">
            <a:extLst xmlns:a="http://schemas.openxmlformats.org/drawingml/2006/main">
              <a:ext uri="{FF2B5EF4-FFF2-40B4-BE49-F238E27FC236}">
                <a16:creationId xmlns:a16="http://schemas.microsoft.com/office/drawing/2014/main" id="{AE7B5B30-4C1B-4DDC-AF5C-D50824AAC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>
            <a:normAutofit/>
          </a:bodyPr>
          <a:lstStyle xmlns:a="http://schemas.openxmlformats.org/drawingml/2006/main"/>
          <a:p xmlns:a="http://schemas.openxmlformats.org/drawingml/2006/main">
            <a:r>
              <a:t>Texto del título</a:t>
            </a:r>
          </a:p>
        </p:txBody>
      </p:sp>
      <p:sp>
        <p:nvSpPr>
          <p:cNvPr id="3" name="Nivel de texto 1…">
            <a:extLst xmlns:a="http://schemas.openxmlformats.org/drawingml/2006/main">
              <a:ext uri="{FF2B5EF4-FFF2-40B4-BE49-F238E27FC236}">
                <a16:creationId xmlns:a16="http://schemas.microsoft.com/office/drawing/2014/main" id="{76F168F2-B51E-4A02-A371-06C38CFF7F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>
            <a:normAutofit/>
          </a:bodyPr>
          <a:lstStyle xmlns:a="http://schemas.openxmlformats.org/drawingml/2006/main"/>
          <a:p xmlns:a="http://schemas.openxmlformats.org/drawingml/2006/main">
            <a:r>
              <a:t>Nivel de texto 1</a:t>
            </a:r>
          </a:p>
          <a:p xmlns:a="http://schemas.openxmlformats.org/drawingml/2006/main">
            <a:pPr lvl="1">
              <a:buNone/>
            </a:pPr>
            <a:r>
              <a:t>Nivel de texto 2</a:t>
            </a:r>
          </a:p>
          <a:p xmlns:a="http://schemas.openxmlformats.org/drawingml/2006/main">
            <a:pPr lvl="2">
              <a:buNone/>
            </a:pPr>
            <a:r>
              <a:t>Nivel de texto 3</a:t>
            </a:r>
          </a:p>
          <a:p xmlns:a="http://schemas.openxmlformats.org/drawingml/2006/main">
            <a:pPr lvl="3">
              <a:buNone/>
            </a:pPr>
            <a:r>
              <a:t>Nivel de texto 4</a:t>
            </a:r>
          </a:p>
          <a:p xmlns:a="http://schemas.openxmlformats.org/drawingml/2006/main">
            <a:pPr lvl="4">
              <a:buNone/>
            </a:pPr>
            <a:r>
              <a:t>Nivel de texto 5</a:t>
            </a:r>
          </a:p>
        </p:txBody>
      </p:sp>
      <p:sp>
        <p:nvSpPr>
          <p:cNvPr id="4" name="Número de diapositiva">
            <a:extLst xmlns:a="http://schemas.openxmlformats.org/drawingml/2006/main">
              <a:ext uri="{FF2B5EF4-FFF2-40B4-BE49-F238E27FC236}">
                <a16:creationId xmlns:a16="http://schemas.microsoft.com/office/drawing/2014/main" id="{2AAD94B8-DEBC-4DF5-BAB0-EA2EE324EEA2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11095176" y="6414760"/>
            <a:ext cx="258624" cy="24830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>
                <a:solidFill>
                  <a:srgbClr val="888888"/>
                </a:solidFill>
              </a:defRPr>
            </a:lvl1pPr>
          </a:lstStyle>
          <a:p xmlns:a="http://schemas.openxmlformats.org/drawingml/2006/main"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cf8fb8f88641b8"/>
    <p:sldLayoutId xmlns:r="http://schemas.openxmlformats.org/officeDocument/2006/relationships" id="2147483650" r:id="R1fd04a3b926242b6"/>
    <p:sldLayoutId xmlns:r="http://schemas.openxmlformats.org/officeDocument/2006/relationships" id="2147483651" r:id="R7cc4feed9b394d90"/>
    <p:sldLayoutId xmlns:r="http://schemas.openxmlformats.org/officeDocument/2006/relationships" id="2147483652" r:id="R2113c9490af04a24"/>
    <p:sldLayoutId xmlns:r="http://schemas.openxmlformats.org/officeDocument/2006/relationships" id="2147483653" r:id="Re9e35e65ee9a4399"/>
    <p:sldLayoutId xmlns:r="http://schemas.openxmlformats.org/officeDocument/2006/relationships" id="2147483654" r:id="R8a5f5642601a4030"/>
    <p:sldLayoutId xmlns:r="http://schemas.openxmlformats.org/officeDocument/2006/relationships" id="2147483655" r:id="Ra2496ab0e51e4ee4"/>
    <p:sldLayoutId xmlns:r="http://schemas.openxmlformats.org/officeDocument/2006/relationships" id="2147483656" r:id="R286de53f89a0460b"/>
    <p:sldLayoutId xmlns:r="http://schemas.openxmlformats.org/officeDocument/2006/relationships" id="2147483657" r:id="R763951c2a9ca4b42"/>
  </p:sldLayoutIdLst>
  <p:txStyles>
    <p:titleStyle>
      <a:lvl1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28600" marR="0" indent="-228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1pPr>
      <a:lvl2pPr xmlns:a="http://schemas.openxmlformats.org/drawingml/2006/main" marL="723900" marR="0" indent="-2667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2pPr>
      <a:lvl3pPr xmlns:a="http://schemas.openxmlformats.org/drawingml/2006/main" marL="1234439" marR="0" indent="-320039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3pPr>
      <a:lvl4pPr xmlns:a="http://schemas.openxmlformats.org/drawingml/2006/main" marL="1727200" marR="0" indent="-355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4pPr>
      <a:lvl5pPr xmlns:a="http://schemas.openxmlformats.org/drawingml/2006/main" marL="2184400" marR="0" indent="-355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5pPr>
      <a:lvl6pPr xmlns:a="http://schemas.openxmlformats.org/drawingml/2006/main" marL="2641600" marR="0" indent="-355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6pPr>
      <a:lvl7pPr xmlns:a="http://schemas.openxmlformats.org/drawingml/2006/main" marL="3098800" marR="0" indent="-355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7pPr>
      <a:lvl8pPr xmlns:a="http://schemas.openxmlformats.org/drawingml/2006/main" marL="3556000" marR="0" indent="-355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8pPr>
      <a:lvl9pPr xmlns:a="http://schemas.openxmlformats.org/drawingml/2006/main" marL="4013200" marR="0" indent="-355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defRPr sz="2800" b="0" i="0" u="none" strike="noStrike" cap="none" spc="0" baseline="0">
          <a:solidFill>
            <a:srgbClr val="000000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457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914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1371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18288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22860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27432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32004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365760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e Office">
  <a:themeElements>
    <a:clrScheme name="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b8fedbd1a4792" /><Relationship Type="http://schemas.openxmlformats.org/officeDocument/2006/relationships/image" Target="/ppt/media/image.png" Id="Refd609ce78ae41ca" /><Relationship Type="http://schemas.openxmlformats.org/officeDocument/2006/relationships/image" Target="/ppt/media/image2.png" Id="R155045276cc94131" /><Relationship Type="http://schemas.openxmlformats.org/officeDocument/2006/relationships/image" Target="/ppt/media/image3.png" Id="R634e8b621c5d49b0" /><Relationship Type="http://schemas.openxmlformats.org/officeDocument/2006/relationships/notesSlide" Target="/ppt/notesSlides/notesSlide1.xml" Id="R5adafd2b4e48488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eec703847d4bc2" /><Relationship Type="http://schemas.openxmlformats.org/officeDocument/2006/relationships/image" Target="/ppt/media/image.png" Id="Rdc7452e21da4452d" /><Relationship Type="http://schemas.openxmlformats.org/officeDocument/2006/relationships/chart" Target="/ppt/slides/charts/chart1.xml" Id="R437e1e1c111444f9" /><Relationship Type="http://schemas.openxmlformats.org/officeDocument/2006/relationships/notesSlide" Target="/ppt/notesSlides/notesSlide2.xml" Id="R25ed429121ee49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84be9943b4435b" /><Relationship Type="http://schemas.openxmlformats.org/officeDocument/2006/relationships/image" Target="/ppt/media/image.png" Id="R19127c638ef84041" /><Relationship Type="http://schemas.openxmlformats.org/officeDocument/2006/relationships/chart" Target="/ppt/slides/charts/chart2.xml" Id="Re077fff7717b4444" /><Relationship Type="http://schemas.openxmlformats.org/officeDocument/2006/relationships/notesSlide" Target="/ppt/notesSlides/notesSlide3.xml" Id="R404009d47edc49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04d25c77444349" /><Relationship Type="http://schemas.openxmlformats.org/officeDocument/2006/relationships/image" Target="/ppt/media/image.png" Id="Re3b8ed91d9b94eae" /><Relationship Type="http://schemas.openxmlformats.org/officeDocument/2006/relationships/chart" Target="/ppt/slides/charts/chart3.xml" Id="Rc70cc96d01894652" /><Relationship Type="http://schemas.openxmlformats.org/officeDocument/2006/relationships/notesSlide" Target="/ppt/notesSlides/notesSlide4.xml" Id="Rf47f256b38cc4e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632353330145b5" /><Relationship Type="http://schemas.openxmlformats.org/officeDocument/2006/relationships/image" Target="/ppt/media/image.png" Id="Re25027151603406a" /><Relationship Type="http://schemas.openxmlformats.org/officeDocument/2006/relationships/chart" Target="/ppt/slides/charts/chart4.xml" Id="R0d4b0688753746a0" /><Relationship Type="http://schemas.openxmlformats.org/officeDocument/2006/relationships/notesSlide" Target="/ppt/notesSlides/notesSlide5.xml" Id="Rcb5021484cb047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a3bf90b8bd4f28" /><Relationship Type="http://schemas.openxmlformats.org/officeDocument/2006/relationships/image" Target="/ppt/media/image2.png" Id="R497241fa111445dc" /><Relationship Type="http://schemas.openxmlformats.org/officeDocument/2006/relationships/image" Target="/ppt/media/image.png" Id="R77c45219b3854b5b" /><Relationship Type="http://schemas.openxmlformats.org/officeDocument/2006/relationships/image" Target="/ppt/media/image4.png" Id="R82d02b0b14a74f03" /><Relationship Type="http://schemas.openxmlformats.org/officeDocument/2006/relationships/notesSlide" Target="/ppt/notesSlides/notesSlide6.xml" Id="Re7540cb18d1843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latin typeface="Calibri"/>
                <a:ea typeface="Calibri"/>
                <a:cs typeface="Calibri"/>
              </a:rPr>
              <a:t>Acumulado de tarjetas emitidas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Tarjetas emitidas</c:v>
          </c:tx>
          <c:spPr>
            <a:solidFill xmlns:a="http://schemas.openxmlformats.org/drawingml/2006/main">
              <a:srgbClr val="960E53"/>
            </a:solidFill>
            <a:ln xmlns:a="http://schemas.openxmlformats.org/drawingml/2006/main" w="23813">
              <a:solidFill>
                <a:srgbClr val="960E53"/>
              </a:solidFill>
            </a:ln>
          </c:spPr>
          <c:marker>
            <c:symbol val="circle"/>
            <c:size val="3"/>
            <c:spPr>
              <a:solidFill xmlns:a="http://schemas.openxmlformats.org/drawingml/2006/main">
                <a:srgbClr val="960E53"/>
              </a:solidFill>
            </c:spPr>
          </c:marker>
          <c:cat>
            <c:strRef>
              <c:f>'Chart Data'!$A$2:$A$2</c:f>
              <c:strCache>
                <c:ptCount val="1"/>
                <c:pt idx="0">
                  <c:v>S01</c:v>
                </c:pt>
              </c:strCache>
            </c:strRef>
          </c:cat>
          <c:val>
            <c:numRef>
              <c:f>'Chart Data'!$B$2:$B$2</c:f>
              <c:numCache>
                <c:formatCode>#,##0</c:formatCode>
                <c:ptCount val="1"/>
                <c:pt idx="0">
                  <c:v>0</c:v>
                </c:pt>
              </c:numCache>
            </c:numRef>
          </c:val>
        </c:ser>
        <c:ser>
          <c:idx val="1"/>
          <c:order val="1"/>
          <c:tx>
            <c:v>Meta general</c:v>
          </c:tx>
          <c:spPr>
            <a:solidFill xmlns:a="http://schemas.openxmlformats.org/drawingml/2006/main">
              <a:srgbClr val="DC7F37"/>
            </a:solidFill>
            <a:ln xmlns:a="http://schemas.openxmlformats.org/drawingml/2006/main" w="23813">
              <a:solidFill>
                <a:srgbClr val="DC7F37"/>
              </a:solidFill>
            </a:ln>
          </c:spPr>
          <c:marker>
            <c:symbol val="circle"/>
            <c:size val="3"/>
            <c:spPr>
              <a:solidFill xmlns:a="http://schemas.openxmlformats.org/drawingml/2006/main">
                <a:srgbClr val="DC7F37"/>
              </a:solidFill>
            </c:spPr>
          </c:marker>
          <c:cat>
            <c:strRef>
              <c:f>'Chart Data'!$C$2:$C$2</c:f>
              <c:strCache>
                <c:ptCount val="1"/>
                <c:pt idx="0">
                  <c:v>S01</c:v>
                </c:pt>
              </c:strCache>
            </c:strRef>
          </c:cat>
          <c:val>
            <c:numRef>
              <c:f>'Chart Data'!$D$2:$D$2</c:f>
              <c:numCache>
                <c:formatCode>#,##0</c:formatCode>
                <c:ptCount val="1"/>
                <c:pt idx="0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Semana ISO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latin typeface="Calibri"/>
              <a:ea typeface="Calibri"/>
              <a:cs typeface="Calibri"/>
            </a:defRPr>
          </a:pPr>
        </a:p>
      </c:txPr>
    </c:legend>
    <c:plotVisOnly val="1"/>
    <c:dispBlanksAs val="gap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latin typeface="Calibri"/>
                <a:ea typeface="Calibri"/>
                <a:cs typeface="Calibri"/>
              </a:rPr>
              <a:t>Tarjetas emitidas por perfil y meta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latin typeface="Calibri"/>
              <a:ea typeface="Calibri"/>
              <a:cs typeface="Calibri"/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v>Tarjetas emitidas</c:v>
          </c:tx>
          <c:spPr>
            <a:solidFill xmlns:a="http://schemas.openxmlformats.org/drawingml/2006/main">
              <a:srgbClr val="960E53"/>
            </a:solidFill>
          </c:spPr>
          <c:cat>
            <c:strRef>
              <c:f>'Chart Data'!$A$2:$A$5</c:f>
              <c:strCache>
                <c:ptCount val="4"/>
                <c:pt idx="0">
                  <c:v>PREPAGO</c:v>
                </c:pt>
                <c:pt idx="1">
                  <c:v>ESTUDIANTE</c:v>
                </c:pt>
                <c:pt idx="2">
                  <c:v>TERCERA EDAD</c:v>
                </c:pt>
                <c:pt idx="3">
                  <c:v>DISCAPACIDAD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v>Meta</c:v>
          </c:tx>
          <c:spPr>
            <a:solidFill xmlns:a="http://schemas.openxmlformats.org/drawingml/2006/main">
              <a:srgbClr val="DC7F37"/>
            </a:solidFill>
          </c:spPr>
          <c:cat>
            <c:strRef>
              <c:f>'Chart Data'!$C$2:$C$5</c:f>
              <c:strCache>
                <c:ptCount val="4"/>
                <c:pt idx="0">
                  <c:v>PREPAGO</c:v>
                </c:pt>
                <c:pt idx="1">
                  <c:v>ESTUDIANTE</c:v>
                </c:pt>
                <c:pt idx="2">
                  <c:v>TERCERA EDAD</c:v>
                </c:pt>
                <c:pt idx="3">
                  <c:v>DISCAPACIDAD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latin typeface="Calibri"/>
              <a:ea typeface="Calibri"/>
              <a:cs typeface="Calibri"/>
            </a:defRPr>
          </a:pPr>
        </a:p>
      </c:txPr>
    </c:legend>
    <c:plotVisOnly val="1"/>
    <c:dispBlanksAs val="gap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latin typeface="Calibri"/>
                <a:ea typeface="Calibri"/>
                <a:cs typeface="Calibri"/>
              </a:rPr>
              <a:t>Ingreso semanal OXXO y CAUS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OXXO</c:v>
          </c:tx>
          <c:spPr>
            <a:solidFill xmlns:a="http://schemas.openxmlformats.org/drawingml/2006/main">
              <a:srgbClr val="960E53"/>
            </a:solidFill>
            <a:ln xmlns:a="http://schemas.openxmlformats.org/drawingml/2006/main" w="23813">
              <a:solidFill>
                <a:srgbClr val="960E53"/>
              </a:solidFill>
            </a:ln>
          </c:spPr>
          <c:marker>
            <c:symbol val="circle"/>
            <c:size val="3"/>
            <c:spPr>
              <a:solidFill xmlns:a="http://schemas.openxmlformats.org/drawingml/2006/main">
                <a:srgbClr val="960E53"/>
              </a:solidFill>
            </c:spPr>
          </c:marker>
          <c:cat>
            <c:strRef>
              <c:f>'Chart Data'!$A$2:$A$2</c:f>
              <c:strCache>
                <c:ptCount val="1"/>
                <c:pt idx="0">
                  <c:v>S01</c:v>
                </c:pt>
              </c:strCache>
            </c:strRef>
          </c:cat>
          <c:val>
            <c:numRef>
              <c:f>'Chart Data'!$B$2:$B$2</c:f>
              <c:numCache>
                <c:formatCode>$#,##0</c:formatCode>
                <c:ptCount val="1"/>
                <c:pt idx="0">
                  <c:v>0</c:v>
                </c:pt>
              </c:numCache>
            </c:numRef>
          </c:val>
        </c:ser>
        <c:ser>
          <c:idx val="1"/>
          <c:order val="1"/>
          <c:tx>
            <c:v>CAUS</c:v>
          </c:tx>
          <c:spPr>
            <a:solidFill xmlns:a="http://schemas.openxmlformats.org/drawingml/2006/main">
              <a:srgbClr val="DC7F37"/>
            </a:solidFill>
            <a:ln xmlns:a="http://schemas.openxmlformats.org/drawingml/2006/main" w="23813">
              <a:solidFill>
                <a:srgbClr val="DC7F37"/>
              </a:solidFill>
            </a:ln>
          </c:spPr>
          <c:marker>
            <c:symbol val="circle"/>
            <c:size val="3"/>
            <c:spPr>
              <a:solidFill xmlns:a="http://schemas.openxmlformats.org/drawingml/2006/main">
                <a:srgbClr val="DC7F37"/>
              </a:solidFill>
            </c:spPr>
          </c:marker>
          <c:cat>
            <c:strRef>
              <c:f>'Chart Data'!$C$2:$C$2</c:f>
              <c:strCache>
                <c:ptCount val="1"/>
                <c:pt idx="0">
                  <c:v>S01</c:v>
                </c:pt>
              </c:strCache>
            </c:strRef>
          </c:cat>
          <c:val>
            <c:numRef>
              <c:f>'Chart Data'!$D$2:$D$2</c:f>
              <c:numCache>
                <c:formatCode>$#,##0</c:formatCode>
                <c:ptCount val="1"/>
                <c:pt idx="0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Semana ISO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latin typeface="Calibri"/>
              <a:ea typeface="Calibri"/>
              <a:cs typeface="Calibri"/>
            </a:defRPr>
          </a:pPr>
        </a:p>
      </c:txPr>
    </c:legend>
    <c:plotVisOnly val="1"/>
    <c:dispBlanksAs val="gap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00" b="1">
                <a:latin typeface="Calibri"/>
                <a:ea typeface="Calibri"/>
                <a:cs typeface="Calibri"/>
              </a:rPr>
              <a:t>Tarjetas únicas utilizadas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 b="1"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Año anterior</c:v>
          </c:tx>
          <c:spPr>
            <a:solidFill xmlns:a="http://schemas.openxmlformats.org/drawingml/2006/main">
              <a:srgbClr val="888888"/>
            </a:solidFill>
            <a:ln xmlns:a="http://schemas.openxmlformats.org/drawingml/2006/main" w="23813">
              <a:solidFill>
                <a:srgbClr val="888888"/>
              </a:solidFill>
            </a:ln>
          </c:spPr>
          <c:marker>
            <c:symbol val="circle"/>
            <c:size val="3"/>
            <c:spPr>
              <a:solidFill xmlns:a="http://schemas.openxmlformats.org/drawingml/2006/main">
                <a:srgbClr val="888888"/>
              </a:solidFill>
            </c:spPr>
          </c:marker>
          <c:cat>
            <c:strRef>
              <c:f>'Chart Data'!$A$2:$A$2</c:f>
              <c:strCache>
                <c:ptCount val="1"/>
                <c:pt idx="0">
                  <c:v>S01</c:v>
                </c:pt>
              </c:strCache>
            </c:strRef>
          </c:cat>
          <c:val>
            <c:numRef>
              <c:f>'Chart Data'!$B$2:$B$2</c:f>
              <c:numCache>
                <c:formatCode>#,##0</c:formatCode>
                <c:ptCount val="1"/>
                <c:pt idx="0">
                  <c:v>0</c:v>
                </c:pt>
              </c:numCache>
            </c:numRef>
          </c:val>
        </c:ser>
        <c:ser>
          <c:idx val="1"/>
          <c:order val="1"/>
          <c:tx>
            <c:v>Año seleccionado</c:v>
          </c:tx>
          <c:spPr>
            <a:solidFill xmlns:a="http://schemas.openxmlformats.org/drawingml/2006/main">
              <a:srgbClr val="960E53"/>
            </a:solidFill>
            <a:ln xmlns:a="http://schemas.openxmlformats.org/drawingml/2006/main" w="23813">
              <a:solidFill>
                <a:srgbClr val="960E53"/>
              </a:solidFill>
            </a:ln>
          </c:spPr>
          <c:marker>
            <c:symbol val="circle"/>
            <c:size val="3"/>
            <c:spPr>
              <a:solidFill xmlns:a="http://schemas.openxmlformats.org/drawingml/2006/main">
                <a:srgbClr val="960E53"/>
              </a:solidFill>
            </c:spPr>
          </c:marker>
          <c:cat>
            <c:strRef>
              <c:f>'Chart Data'!$C$2:$C$2</c:f>
              <c:strCache>
                <c:ptCount val="1"/>
                <c:pt idx="0">
                  <c:v>S01</c:v>
                </c:pt>
              </c:strCache>
            </c:strRef>
          </c:cat>
          <c:val>
            <c:numRef>
              <c:f>'Chart Data'!$D$2:$D$2</c:f>
              <c:numCache>
                <c:formatCode>#,##0</c:formatCode>
                <c:ptCount val="1"/>
                <c:pt idx="0">
                  <c:v>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Semana ISO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latin typeface="Calibri"/>
              <a:ea typeface="Calibri"/>
              <a:cs typeface="Calibri"/>
            </a:defRPr>
          </a:pPr>
        </a:p>
      </c:txPr>
    </c:legend>
    <c:plotVisOnly val="1"/>
    <c:dispBlanksAs val="gap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1B4F9254-05B7-4D35-AB23-39EA54E7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07910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95" name="Imagen 5">
            <a:extLst xmlns:a="http://schemas.openxmlformats.org/drawingml/2006/main">
              <a:ext uri="{FF2B5EF4-FFF2-40B4-BE49-F238E27FC236}">
                <a16:creationId xmlns:a16="http://schemas.microsoft.com/office/drawing/2014/main" id="{26D21E0A-E646-4DE7-B907-E8FC36E5EE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609ce78ae41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6392" y="357066"/>
            <a:ext cx="2675010" cy="107051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96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89D18CD8-5B89-443B-AAA2-A6DCFD17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019" y="0"/>
            <a:ext cx="138396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7F37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97" name="Imagen 8">
            <a:extLst xmlns:a="http://schemas.openxmlformats.org/drawingml/2006/main">
              <a:ext uri="{FF2B5EF4-FFF2-40B4-BE49-F238E27FC236}">
                <a16:creationId xmlns:a16="http://schemas.microsoft.com/office/drawing/2014/main" id="{60769C1C-06EE-47D2-8675-69E6517383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045276cc941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6200000">
            <a:off x="8495324" y="2639986"/>
            <a:ext cx="6510030" cy="157802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98" name="CuadroTexto 9">
            <a:extLst xmlns:a="http://schemas.openxmlformats.org/drawingml/2006/main">
              <a:ext uri="{FF2B5EF4-FFF2-40B4-BE49-F238E27FC236}">
                <a16:creationId xmlns:a16="http://schemas.microsoft.com/office/drawing/2014/main" id="{72822168-0327-427A-AB8F-A2D29852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719" y="2144102"/>
            <a:ext cx="8549867" cy="70788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4000">
                <a:solidFill>
                  <a:srgbClr val="410324"/>
                </a:solidFill>
                <a:latin typeface="Lulo Clean W01 One Bold"/>
                <a:ea typeface="Lulo Clean W01 One Bold"/>
                <a:cs typeface="Lulo Clean W01 One Bold"/>
              </a:defRPr>
            </a:lvl1pPr>
          </a:lstStyle>
          <a:p xmlns:a="http://schemas.openxmlformats.org/drawingml/2006/main">
            <a:r>
              <a:t>Reporte de Credencialización</a:t>
            </a:r>
            <a:endParaRPr/>
          </a:p>
        </p:txBody>
      </p:sp>
      <p:sp>
        <p:nvSpPr>
          <p:cNvPr id="99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70F98EF6-82A6-4888-B6BF-B0C044FF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1767" y="4198877"/>
            <a:ext cx="5980647" cy="54864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t>{{PERIOD}}</a:t>
            </a:r>
          </a:p>
        </p:txBody>
      </p:sp>
      <p:sp>
        <p:nvSpPr>
          <p:cNvPr id="100" name="CuadroTexto 11">
            <a:extLst xmlns:a="http://schemas.openxmlformats.org/drawingml/2006/main">
              <a:ext uri="{FF2B5EF4-FFF2-40B4-BE49-F238E27FC236}">
                <a16:creationId xmlns:a16="http://schemas.microsoft.com/office/drawing/2014/main" id="{58AB9590-6BAA-4BEE-8A58-2DEAEB70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4756" y="6335288"/>
            <a:ext cx="5252858" cy="32004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>
            <a:spAutoFit/>
          </a:bodyPr>
          <a:lstStyle xmlns:a="http://schemas.openxmlformats.org/drawingml/2006/main">
            <a:lvl1pPr algn="r">
              <a:buNone/>
              <a:defRPr sz="15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r>
              <a:t>{{CUTOFF}}</a:t>
            </a:r>
          </a:p>
        </p:txBody>
      </p:sp>
      <p:pic>
        <p:nvPicPr>
          <p:cNvPr id="101" name="Imagen 13">
            <a:extLst xmlns:a="http://schemas.openxmlformats.org/drawingml/2006/main">
              <a:ext uri="{FF2B5EF4-FFF2-40B4-BE49-F238E27FC236}">
                <a16:creationId xmlns:a16="http://schemas.microsoft.com/office/drawing/2014/main" id="{7A3A8508-9B79-4ABD-A2A8-DDD8CA10E3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4e8b621c5d49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3993" y="5971599"/>
            <a:ext cx="1446035" cy="727379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</p:spTree>
    <p:extLst>
      <p:ext uri="{BB962C8B-B14F-4D97-AF65-F5344CB8AC3E}">
        <p14:creationId xmlns:p14="http://schemas.microsoft.com/office/powerpoint/2010/main" val="18005948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D9D9D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5499319-7AD1-61AF-66DD-ACE59674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1099">
            <a:off x="5627744" y="-4787258"/>
            <a:ext cx="128582" cy="114602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7F37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A36C94B2-3AE2-AC32-A990-F29DDA70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28853" cy="8835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05" name="Imagen 5">
            <a:extLst xmlns:a="http://schemas.openxmlformats.org/drawingml/2006/main">
              <a:ext uri="{FF2B5EF4-FFF2-40B4-BE49-F238E27FC236}">
                <a16:creationId xmlns:a16="http://schemas.microsoft.com/office/drawing/2014/main" id="{505E44B9-379A-4135-BAA0-E1911B6CF6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7452e21da445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2696" y="48901"/>
            <a:ext cx="1963460" cy="78576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95C63249-A803-806B-904B-E14A2551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906" y="164719"/>
            <a:ext cx="8993342" cy="492443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r>
              <a:rPr sz="2600" b="1" cap="all">
                <a:solidFill>
                  <a:srgbClr val="8A1044"/>
                </a:solidFill>
                <a:latin typeface="Lulo Clean W01 One Bold"/>
                <a:ea typeface="Lulo Clean W01 One Bold"/>
                <a:cs typeface="Lulo Clean W01 One Bold"/>
              </a:rPr>
              <a:t>Credencialización</a:t>
            </a:r>
          </a:p>
        </p:txBody>
      </p:sp>
      <p:sp>
        <p:nvSpPr>
          <p:cNvPr id="4" name="Rectángulo redondeado 72">
            <a:extLst xmlns:a="http://schemas.openxmlformats.org/drawingml/2006/main">
              <a:ext uri="{FF2B5EF4-FFF2-40B4-BE49-F238E27FC236}">
                <a16:creationId xmlns:a16="http://schemas.microsoft.com/office/drawing/2014/main" id="{88A39611-C458-B727-24FA-4FE808FF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1072" y="1137185"/>
            <a:ext cx="356313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 cap="flat">
            <a:noFill/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Forma libre 73">
            <a:extLst xmlns:a="http://schemas.openxmlformats.org/drawingml/2006/main">
              <a:ext uri="{FF2B5EF4-FFF2-40B4-BE49-F238E27FC236}">
                <a16:creationId xmlns:a16="http://schemas.microsoft.com/office/drawing/2014/main" id="{CBF958A2-03A1-5D3D-B54F-A44F1490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900000" flipH="0" flipV="0">
            <a:off x="315004" y="1203199"/>
            <a:ext cx="248448" cy="155237"/>
          </a:xfrm>
          <a:custGeom xmlns:a="http://schemas.openxmlformats.org/drawingml/2006/main">
            <a:gdLst>
              <a:gd name="connsiteX0" fmla="*/ 242019 w 251019"/>
              <a:gd name="connsiteY0" fmla="*/ 101237 h 155237"/>
              <a:gd name="connsiteX1" fmla="*/ 251019 w 251019"/>
              <a:gd name="connsiteY1" fmla="*/ 110237 h 155237"/>
              <a:gd name="connsiteX2" fmla="*/ 251019 w 251019"/>
              <a:gd name="connsiteY2" fmla="*/ 146238 h 155237"/>
              <a:gd name="connsiteX3" fmla="*/ 242019 w 251019"/>
              <a:gd name="connsiteY3" fmla="*/ 155237 h 155237"/>
              <a:gd name="connsiteX4" fmla="*/ 12368 w 251019"/>
              <a:gd name="connsiteY4" fmla="*/ 155237 h 155237"/>
              <a:gd name="connsiteX5" fmla="*/ 11931 w 251019"/>
              <a:gd name="connsiteY5" fmla="*/ 154800 h 155237"/>
              <a:gd name="connsiteX6" fmla="*/ 9000 w 251019"/>
              <a:gd name="connsiteY6" fmla="*/ 154800 h 155237"/>
              <a:gd name="connsiteX7" fmla="*/ 0 w 251019"/>
              <a:gd name="connsiteY7" fmla="*/ 145800 h 155237"/>
              <a:gd name="connsiteX8" fmla="*/ 0 w 251019"/>
              <a:gd name="connsiteY8" fmla="*/ 9000 h 155237"/>
              <a:gd name="connsiteX9" fmla="*/ 9000 w 251019"/>
              <a:gd name="connsiteY9" fmla="*/ 0 h 155237"/>
              <a:gd name="connsiteX10" fmla="*/ 45000 w 251019"/>
              <a:gd name="connsiteY10" fmla="*/ 0 h 155237"/>
              <a:gd name="connsiteX11" fmla="*/ 54000 w 251019"/>
              <a:gd name="connsiteY11" fmla="*/ 9000 h 155237"/>
              <a:gd name="connsiteX12" fmla="*/ 54000 w 251019"/>
              <a:gd name="connsiteY12" fmla="*/ 101237 h 155237"/>
            </a:gdLst>
            <a:rect l="l" t="t" r="r" b="b"/>
            <a:pathLst>
              <a:path w="251019" h="155237">
                <a:moveTo>
                  <a:pt x="242019" y="101237"/>
                </a:moveTo>
                <a:cubicBezTo>
                  <a:pt x="246990" y="101237"/>
                  <a:pt x="251019" y="105266"/>
                  <a:pt x="251019" y="110237"/>
                </a:cubicBezTo>
                <a:lnTo>
                  <a:pt x="251019" y="146238"/>
                </a:lnTo>
                <a:cubicBezTo>
                  <a:pt x="251019" y="151209"/>
                  <a:pt x="246990" y="155237"/>
                  <a:pt x="242019" y="155237"/>
                </a:cubicBezTo>
                <a:lnTo>
                  <a:pt x="12368" y="155237"/>
                </a:lnTo>
                <a:lnTo>
                  <a:pt x="11931" y="154800"/>
                </a:lnTo>
                <a:lnTo>
                  <a:pt x="9000" y="154800"/>
                </a:lnTo>
                <a:cubicBezTo>
                  <a:pt x="4029" y="154800"/>
                  <a:pt x="0" y="150771"/>
                  <a:pt x="0" y="145800"/>
                </a:cubicBezTo>
                <a:lnTo>
                  <a:pt x="0" y="9000"/>
                </a:lnTo>
                <a:cubicBezTo>
                  <a:pt x="0" y="4029"/>
                  <a:pt x="4029" y="0"/>
                  <a:pt x="9000" y="0"/>
                </a:cubicBezTo>
                <a:lnTo>
                  <a:pt x="45000" y="0"/>
                </a:lnTo>
                <a:cubicBezTo>
                  <a:pt x="49971" y="0"/>
                  <a:pt x="54000" y="4029"/>
                  <a:pt x="54000" y="9000"/>
                </a:cubicBezTo>
                <a:lnTo>
                  <a:pt x="54000" y="10123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12700" cap="flat">
            <a:solidFill>
              <a:schemeClr val="bg1"/>
            </a:solidFill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F3CA5129-68BD-1BE0-FFF5-70C7F1E6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384" y="1116322"/>
            <a:ext cx="10766113" cy="42672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 algn="just">
              <a:buNone/>
            </a:pPr>
            <a:r>
              <a:rPr sz="2200" b="1">
                <a:solidFill>
                  <a:schemeClr val="tx1"/>
                </a:solidFill>
                <a:latin typeface="Lulo Clean W01 One Bold"/>
                <a:ea typeface="Lulo Clean W01 One Bold"/>
                <a:cs typeface="Lulo Clean W01 One Bold"/>
              </a:rPr>
              <a:t>{{EMISSION}}</a:t>
            </a:r>
          </a:p>
        </p:txBody>
      </p:sp>
      <p:graphicFrame>
        <p:nvGraphicFramePr>
          <p:cNvPr id="106" name="Chart">
            <a:extLst xmlns:a="http://schemas.openxmlformats.org/drawingml/2006/main">
              <a:ext uri="{FF2B5EF4-FFF2-40B4-BE49-F238E27FC236}">
                <a16:creationId xmlns:a16="http://schemas.microsoft.com/office/drawing/2014/main" id="{9E1B53AC-9ABB-4EB4-88AF-423BCA930422}"/>
              </a:ext>
            </a:extLst>
          </p:cNvPr>
          <p:cNvGraphicFramePr/>
          <p:nvPr/>
        </p:nvGraphicFramePr>
        <p:xfrm>
          <a:off xmlns:a="http://schemas.openxmlformats.org/drawingml/2006/main" x="1666875" y="2209800"/>
          <a:ext xmlns:a="http://schemas.openxmlformats.org/drawingml/2006/main" cx="885825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7e1e1c111444f9"/>
          </a:graphicData>
        </a:graphic>
      </p:graphicFrame>
    </p:spTree>
    <p:extLst>
      <p:ext uri="{BB962C8B-B14F-4D97-AF65-F5344CB8AC3E}">
        <p14:creationId xmlns:p14="http://schemas.microsoft.com/office/powerpoint/2010/main" val="30130914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D9D9D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F871D6A-DFE9-EB17-7B01-AD61DDB1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1099">
            <a:off x="5627744" y="-4787258"/>
            <a:ext cx="128582" cy="114602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7F37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23E49D1D-E29C-F007-B4F4-455F870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28853" cy="8835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05" name="Imagen 5">
            <a:extLst xmlns:a="http://schemas.openxmlformats.org/drawingml/2006/main">
              <a:ext uri="{FF2B5EF4-FFF2-40B4-BE49-F238E27FC236}">
                <a16:creationId xmlns:a16="http://schemas.microsoft.com/office/drawing/2014/main" id="{21D5C51E-4BA7-4DDF-A548-81CBA65988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27c638ef8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2696" y="48901"/>
            <a:ext cx="1963460" cy="78576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7D722B48-2A00-E3B5-866D-5F4063BA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906" y="164719"/>
            <a:ext cx="8993342" cy="492443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r>
              <a:rPr sz="2600" b="1" cap="all">
                <a:solidFill>
                  <a:srgbClr val="8A1044"/>
                </a:solidFill>
                <a:latin typeface="Lulo Clean W01 One Bold"/>
                <a:ea typeface="Lulo Clean W01 One Bold"/>
                <a:cs typeface="Lulo Clean W01 One Bold"/>
              </a:rPr>
              <a:t>Credencialización POR PERFIL</a:t>
            </a:r>
          </a:p>
        </p:txBody>
      </p:sp>
      <p:sp>
        <p:nvSpPr>
          <p:cNvPr id="4" name="Rectángulo redondeado 72">
            <a:extLst xmlns:a="http://schemas.openxmlformats.org/drawingml/2006/main">
              <a:ext uri="{FF2B5EF4-FFF2-40B4-BE49-F238E27FC236}">
                <a16:creationId xmlns:a16="http://schemas.microsoft.com/office/drawing/2014/main" id="{85C9079B-CF46-39CF-1D30-E86B12E5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1072" y="1137185"/>
            <a:ext cx="356313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 cap="flat">
            <a:noFill/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Forma libre 73">
            <a:extLst xmlns:a="http://schemas.openxmlformats.org/drawingml/2006/main">
              <a:ext uri="{FF2B5EF4-FFF2-40B4-BE49-F238E27FC236}">
                <a16:creationId xmlns:a16="http://schemas.microsoft.com/office/drawing/2014/main" id="{39FF5203-1B31-851A-4334-4DAD7F32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900000" flipH="0" flipV="0">
            <a:off x="315004" y="1203199"/>
            <a:ext cx="248448" cy="155237"/>
          </a:xfrm>
          <a:custGeom xmlns:a="http://schemas.openxmlformats.org/drawingml/2006/main">
            <a:gdLst>
              <a:gd name="connsiteX0" fmla="*/ 242019 w 251019"/>
              <a:gd name="connsiteY0" fmla="*/ 101237 h 155237"/>
              <a:gd name="connsiteX1" fmla="*/ 251019 w 251019"/>
              <a:gd name="connsiteY1" fmla="*/ 110237 h 155237"/>
              <a:gd name="connsiteX2" fmla="*/ 251019 w 251019"/>
              <a:gd name="connsiteY2" fmla="*/ 146238 h 155237"/>
              <a:gd name="connsiteX3" fmla="*/ 242019 w 251019"/>
              <a:gd name="connsiteY3" fmla="*/ 155237 h 155237"/>
              <a:gd name="connsiteX4" fmla="*/ 12368 w 251019"/>
              <a:gd name="connsiteY4" fmla="*/ 155237 h 155237"/>
              <a:gd name="connsiteX5" fmla="*/ 11931 w 251019"/>
              <a:gd name="connsiteY5" fmla="*/ 154800 h 155237"/>
              <a:gd name="connsiteX6" fmla="*/ 9000 w 251019"/>
              <a:gd name="connsiteY6" fmla="*/ 154800 h 155237"/>
              <a:gd name="connsiteX7" fmla="*/ 0 w 251019"/>
              <a:gd name="connsiteY7" fmla="*/ 145800 h 155237"/>
              <a:gd name="connsiteX8" fmla="*/ 0 w 251019"/>
              <a:gd name="connsiteY8" fmla="*/ 9000 h 155237"/>
              <a:gd name="connsiteX9" fmla="*/ 9000 w 251019"/>
              <a:gd name="connsiteY9" fmla="*/ 0 h 155237"/>
              <a:gd name="connsiteX10" fmla="*/ 45000 w 251019"/>
              <a:gd name="connsiteY10" fmla="*/ 0 h 155237"/>
              <a:gd name="connsiteX11" fmla="*/ 54000 w 251019"/>
              <a:gd name="connsiteY11" fmla="*/ 9000 h 155237"/>
              <a:gd name="connsiteX12" fmla="*/ 54000 w 251019"/>
              <a:gd name="connsiteY12" fmla="*/ 101237 h 155237"/>
            </a:gdLst>
            <a:rect l="l" t="t" r="r" b="b"/>
            <a:pathLst>
              <a:path w="251019" h="155237">
                <a:moveTo>
                  <a:pt x="242019" y="101237"/>
                </a:moveTo>
                <a:cubicBezTo>
                  <a:pt x="246990" y="101237"/>
                  <a:pt x="251019" y="105266"/>
                  <a:pt x="251019" y="110237"/>
                </a:cubicBezTo>
                <a:lnTo>
                  <a:pt x="251019" y="146238"/>
                </a:lnTo>
                <a:cubicBezTo>
                  <a:pt x="251019" y="151209"/>
                  <a:pt x="246990" y="155237"/>
                  <a:pt x="242019" y="155237"/>
                </a:cubicBezTo>
                <a:lnTo>
                  <a:pt x="12368" y="155237"/>
                </a:lnTo>
                <a:lnTo>
                  <a:pt x="11931" y="154800"/>
                </a:lnTo>
                <a:lnTo>
                  <a:pt x="9000" y="154800"/>
                </a:lnTo>
                <a:cubicBezTo>
                  <a:pt x="4029" y="154800"/>
                  <a:pt x="0" y="150771"/>
                  <a:pt x="0" y="145800"/>
                </a:cubicBezTo>
                <a:lnTo>
                  <a:pt x="0" y="9000"/>
                </a:lnTo>
                <a:cubicBezTo>
                  <a:pt x="0" y="4029"/>
                  <a:pt x="4029" y="0"/>
                  <a:pt x="9000" y="0"/>
                </a:cubicBezTo>
                <a:lnTo>
                  <a:pt x="45000" y="0"/>
                </a:lnTo>
                <a:cubicBezTo>
                  <a:pt x="49971" y="0"/>
                  <a:pt x="54000" y="4029"/>
                  <a:pt x="54000" y="9000"/>
                </a:cubicBezTo>
                <a:lnTo>
                  <a:pt x="54000" y="10123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12700" cap="flat">
            <a:solidFill>
              <a:schemeClr val="bg1"/>
            </a:solidFill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A694FFB7-3180-0E40-953B-32E4B3CE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82" y="1103033"/>
            <a:ext cx="10766113" cy="42672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 algn="just">
              <a:buNone/>
            </a:pPr>
            <a:r>
              <a:rPr sz="2200" b="1">
                <a:solidFill>
                  <a:schemeClr val="tx1"/>
                </a:solidFill>
                <a:latin typeface="Lulo Clean W01 One Bold"/>
                <a:ea typeface="Lulo Clean W01 One Bold"/>
                <a:cs typeface="Lulo Clean W01 One Bold"/>
              </a:rPr>
              <a:t>{{PROFILES}}</a:t>
            </a:r>
          </a:p>
        </p:txBody>
      </p:sp>
      <p:graphicFrame>
        <p:nvGraphicFramePr>
          <p:cNvPr id="106" name="Chart">
            <a:extLst xmlns:a="http://schemas.openxmlformats.org/drawingml/2006/main">
              <a:ext uri="{FF2B5EF4-FFF2-40B4-BE49-F238E27FC236}">
                <a16:creationId xmlns:a16="http://schemas.microsoft.com/office/drawing/2014/main" id="{FA3287FA-1959-44E2-B03E-4EBC4BCA3037}"/>
              </a:ext>
            </a:extLst>
          </p:cNvPr>
          <p:cNvGraphicFramePr/>
          <p:nvPr/>
        </p:nvGraphicFramePr>
        <p:xfrm>
          <a:off xmlns:a="http://schemas.openxmlformats.org/drawingml/2006/main" x="1666875" y="2209800"/>
          <a:ext xmlns:a="http://schemas.openxmlformats.org/drawingml/2006/main" cx="8858250" cy="4381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77fff7717b4444"/>
          </a:graphicData>
        </a:graphic>
      </p:graphicFrame>
    </p:spTree>
    <p:extLst>
      <p:ext uri="{BB962C8B-B14F-4D97-AF65-F5344CB8AC3E}">
        <p14:creationId xmlns:p14="http://schemas.microsoft.com/office/powerpoint/2010/main" val="16335771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D9D9D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FCD221F1-5C3E-8E5C-5EDA-B9348679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1099">
            <a:off x="5627744" y="-4787258"/>
            <a:ext cx="128582" cy="114602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7F37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A912FD33-40FD-E689-D989-428D21D6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28853" cy="8835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05" name="Imagen 5">
            <a:extLst xmlns:a="http://schemas.openxmlformats.org/drawingml/2006/main">
              <a:ext uri="{FF2B5EF4-FFF2-40B4-BE49-F238E27FC236}">
                <a16:creationId xmlns:a16="http://schemas.microsoft.com/office/drawing/2014/main" id="{C3088F4C-CC0D-42F4-96EE-F8AFBBB056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8ed91d9b94e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2696" y="48901"/>
            <a:ext cx="1963460" cy="78576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0000FAED-E800-2B25-82DB-8DD055A6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906" y="164719"/>
            <a:ext cx="8993342" cy="492443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r>
              <a:rPr sz="2600" b="1" cap="all">
                <a:solidFill>
                  <a:srgbClr val="8A1044"/>
                </a:solidFill>
                <a:latin typeface="Lulo Clean W01 One Bold"/>
                <a:ea typeface="Lulo Clean W01 One Bold"/>
                <a:cs typeface="Lulo Clean W01 One Bold"/>
              </a:rPr>
              <a:t>INGRESO ELECTRONICO</a:t>
            </a:r>
          </a:p>
        </p:txBody>
      </p:sp>
      <p:sp>
        <p:nvSpPr>
          <p:cNvPr id="4" name="Rectángulo redondeado 72">
            <a:extLst xmlns:a="http://schemas.openxmlformats.org/drawingml/2006/main">
              <a:ext uri="{FF2B5EF4-FFF2-40B4-BE49-F238E27FC236}">
                <a16:creationId xmlns:a16="http://schemas.microsoft.com/office/drawing/2014/main" id="{6A7B7831-EC0D-D89C-D81D-2165A195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1072" y="1137185"/>
            <a:ext cx="356313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 cap="flat">
            <a:noFill/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Forma libre 73">
            <a:extLst xmlns:a="http://schemas.openxmlformats.org/drawingml/2006/main">
              <a:ext uri="{FF2B5EF4-FFF2-40B4-BE49-F238E27FC236}">
                <a16:creationId xmlns:a16="http://schemas.microsoft.com/office/drawing/2014/main" id="{A0D64C9F-98E2-876C-6361-5DFB3D40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900000" flipH="0" flipV="0">
            <a:off x="315004" y="1203199"/>
            <a:ext cx="248448" cy="155237"/>
          </a:xfrm>
          <a:custGeom xmlns:a="http://schemas.openxmlformats.org/drawingml/2006/main">
            <a:gdLst>
              <a:gd name="connsiteX0" fmla="*/ 242019 w 251019"/>
              <a:gd name="connsiteY0" fmla="*/ 101237 h 155237"/>
              <a:gd name="connsiteX1" fmla="*/ 251019 w 251019"/>
              <a:gd name="connsiteY1" fmla="*/ 110237 h 155237"/>
              <a:gd name="connsiteX2" fmla="*/ 251019 w 251019"/>
              <a:gd name="connsiteY2" fmla="*/ 146238 h 155237"/>
              <a:gd name="connsiteX3" fmla="*/ 242019 w 251019"/>
              <a:gd name="connsiteY3" fmla="*/ 155237 h 155237"/>
              <a:gd name="connsiteX4" fmla="*/ 12368 w 251019"/>
              <a:gd name="connsiteY4" fmla="*/ 155237 h 155237"/>
              <a:gd name="connsiteX5" fmla="*/ 11931 w 251019"/>
              <a:gd name="connsiteY5" fmla="*/ 154800 h 155237"/>
              <a:gd name="connsiteX6" fmla="*/ 9000 w 251019"/>
              <a:gd name="connsiteY6" fmla="*/ 154800 h 155237"/>
              <a:gd name="connsiteX7" fmla="*/ 0 w 251019"/>
              <a:gd name="connsiteY7" fmla="*/ 145800 h 155237"/>
              <a:gd name="connsiteX8" fmla="*/ 0 w 251019"/>
              <a:gd name="connsiteY8" fmla="*/ 9000 h 155237"/>
              <a:gd name="connsiteX9" fmla="*/ 9000 w 251019"/>
              <a:gd name="connsiteY9" fmla="*/ 0 h 155237"/>
              <a:gd name="connsiteX10" fmla="*/ 45000 w 251019"/>
              <a:gd name="connsiteY10" fmla="*/ 0 h 155237"/>
              <a:gd name="connsiteX11" fmla="*/ 54000 w 251019"/>
              <a:gd name="connsiteY11" fmla="*/ 9000 h 155237"/>
              <a:gd name="connsiteX12" fmla="*/ 54000 w 251019"/>
              <a:gd name="connsiteY12" fmla="*/ 101237 h 155237"/>
            </a:gdLst>
            <a:rect l="l" t="t" r="r" b="b"/>
            <a:pathLst>
              <a:path w="251019" h="155237">
                <a:moveTo>
                  <a:pt x="242019" y="101237"/>
                </a:moveTo>
                <a:cubicBezTo>
                  <a:pt x="246990" y="101237"/>
                  <a:pt x="251019" y="105266"/>
                  <a:pt x="251019" y="110237"/>
                </a:cubicBezTo>
                <a:lnTo>
                  <a:pt x="251019" y="146238"/>
                </a:lnTo>
                <a:cubicBezTo>
                  <a:pt x="251019" y="151209"/>
                  <a:pt x="246990" y="155237"/>
                  <a:pt x="242019" y="155237"/>
                </a:cubicBezTo>
                <a:lnTo>
                  <a:pt x="12368" y="155237"/>
                </a:lnTo>
                <a:lnTo>
                  <a:pt x="11931" y="154800"/>
                </a:lnTo>
                <a:lnTo>
                  <a:pt x="9000" y="154800"/>
                </a:lnTo>
                <a:cubicBezTo>
                  <a:pt x="4029" y="154800"/>
                  <a:pt x="0" y="150771"/>
                  <a:pt x="0" y="145800"/>
                </a:cubicBezTo>
                <a:lnTo>
                  <a:pt x="0" y="9000"/>
                </a:lnTo>
                <a:cubicBezTo>
                  <a:pt x="0" y="4029"/>
                  <a:pt x="4029" y="0"/>
                  <a:pt x="9000" y="0"/>
                </a:cubicBezTo>
                <a:lnTo>
                  <a:pt x="45000" y="0"/>
                </a:lnTo>
                <a:cubicBezTo>
                  <a:pt x="49971" y="0"/>
                  <a:pt x="54000" y="4029"/>
                  <a:pt x="54000" y="9000"/>
                </a:cubicBezTo>
                <a:lnTo>
                  <a:pt x="54000" y="10123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12700" cap="flat">
            <a:solidFill>
              <a:schemeClr val="bg1"/>
            </a:solidFill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EDC11872-73A3-83A1-DCFD-1F227EFC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82" y="1103033"/>
            <a:ext cx="10766113" cy="42672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 algn="just">
              <a:buNone/>
            </a:pPr>
            <a:r>
              <a:rPr sz="2200" b="1">
                <a:solidFill>
                  <a:schemeClr val="tx1"/>
                </a:solidFill>
                <a:latin typeface="Lulo Clean W01 One Bold"/>
                <a:ea typeface="Lulo Clean W01 One Bold"/>
                <a:cs typeface="Lulo Clean W01 One Bold"/>
              </a:rPr>
              <a:t>{{INCOME}}</a:t>
            </a:r>
          </a:p>
        </p:txBody>
      </p:sp>
      <p:graphicFrame>
        <p:nvGraphicFramePr>
          <p:cNvPr id="106" name="Chart">
            <a:extLst xmlns:a="http://schemas.openxmlformats.org/drawingml/2006/main">
              <a:ext uri="{FF2B5EF4-FFF2-40B4-BE49-F238E27FC236}">
                <a16:creationId xmlns:a16="http://schemas.microsoft.com/office/drawing/2014/main" id="{16A014E8-EE29-445F-AAF8-E7C84CD48667}"/>
              </a:ext>
            </a:extLst>
          </p:cNvPr>
          <p:cNvGraphicFramePr/>
          <p:nvPr/>
        </p:nvGraphicFramePr>
        <p:xfrm>
          <a:off xmlns:a="http://schemas.openxmlformats.org/drawingml/2006/main" x="1666875" y="2333625"/>
          <a:ext xmlns:a="http://schemas.openxmlformats.org/drawingml/2006/main" cx="8858250" cy="4286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0cc96d01894652"/>
          </a:graphicData>
        </a:graphic>
      </p:graphicFrame>
    </p:spTree>
    <p:extLst>
      <p:ext uri="{BB962C8B-B14F-4D97-AF65-F5344CB8AC3E}">
        <p14:creationId xmlns:p14="http://schemas.microsoft.com/office/powerpoint/2010/main" val="33420371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D9D9D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E04EE304-7003-322F-7E8D-9A396BFB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1099">
            <a:off x="5627744" y="-4787258"/>
            <a:ext cx="128582" cy="114602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7F37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E521BF6B-0DF4-8F3F-BE3F-BB1B134C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28853" cy="8835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05" name="Imagen 5">
            <a:extLst xmlns:a="http://schemas.openxmlformats.org/drawingml/2006/main">
              <a:ext uri="{FF2B5EF4-FFF2-40B4-BE49-F238E27FC236}">
                <a16:creationId xmlns:a16="http://schemas.microsoft.com/office/drawing/2014/main" id="{EAA84F91-72D5-424D-990B-B1494BDB25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02715160340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2696" y="48901"/>
            <a:ext cx="1963460" cy="78576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2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55E9D232-7645-50A4-06F2-95490B55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906" y="164719"/>
            <a:ext cx="8993342" cy="492443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algn="l">
              <a:buNone/>
            </a:pPr>
            <a:r>
              <a:rPr sz="2600" b="1" cap="all">
                <a:solidFill>
                  <a:srgbClr val="8A1044"/>
                </a:solidFill>
                <a:latin typeface="Lulo Clean W01 One Bold"/>
                <a:ea typeface="Lulo Clean W01 One Bold"/>
                <a:cs typeface="Lulo Clean W01 One Bold"/>
              </a:rPr>
              <a:t>USO TARJETA</a:t>
            </a:r>
          </a:p>
        </p:txBody>
      </p:sp>
      <p:sp>
        <p:nvSpPr>
          <p:cNvPr id="4" name="Rectángulo redondeado 72">
            <a:extLst xmlns:a="http://schemas.openxmlformats.org/drawingml/2006/main">
              <a:ext uri="{FF2B5EF4-FFF2-40B4-BE49-F238E27FC236}">
                <a16:creationId xmlns:a16="http://schemas.microsoft.com/office/drawing/2014/main" id="{24F1EAAE-74E1-DA22-2EC3-577B8352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61072" y="1137185"/>
            <a:ext cx="356313" cy="36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 cap="flat">
            <a:noFill/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sp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Forma libre 73">
            <a:extLst xmlns:a="http://schemas.openxmlformats.org/drawingml/2006/main">
              <a:ext uri="{FF2B5EF4-FFF2-40B4-BE49-F238E27FC236}">
                <a16:creationId xmlns:a16="http://schemas.microsoft.com/office/drawing/2014/main" id="{9CEE9A14-A6B7-3042-94CF-8F5D909A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900000" flipH="0" flipV="0">
            <a:off x="315004" y="1203199"/>
            <a:ext cx="248448" cy="155237"/>
          </a:xfrm>
          <a:custGeom xmlns:a="http://schemas.openxmlformats.org/drawingml/2006/main">
            <a:gdLst>
              <a:gd name="connsiteX0" fmla="*/ 242019 w 251019"/>
              <a:gd name="connsiteY0" fmla="*/ 101237 h 155237"/>
              <a:gd name="connsiteX1" fmla="*/ 251019 w 251019"/>
              <a:gd name="connsiteY1" fmla="*/ 110237 h 155237"/>
              <a:gd name="connsiteX2" fmla="*/ 251019 w 251019"/>
              <a:gd name="connsiteY2" fmla="*/ 146238 h 155237"/>
              <a:gd name="connsiteX3" fmla="*/ 242019 w 251019"/>
              <a:gd name="connsiteY3" fmla="*/ 155237 h 155237"/>
              <a:gd name="connsiteX4" fmla="*/ 12368 w 251019"/>
              <a:gd name="connsiteY4" fmla="*/ 155237 h 155237"/>
              <a:gd name="connsiteX5" fmla="*/ 11931 w 251019"/>
              <a:gd name="connsiteY5" fmla="*/ 154800 h 155237"/>
              <a:gd name="connsiteX6" fmla="*/ 9000 w 251019"/>
              <a:gd name="connsiteY6" fmla="*/ 154800 h 155237"/>
              <a:gd name="connsiteX7" fmla="*/ 0 w 251019"/>
              <a:gd name="connsiteY7" fmla="*/ 145800 h 155237"/>
              <a:gd name="connsiteX8" fmla="*/ 0 w 251019"/>
              <a:gd name="connsiteY8" fmla="*/ 9000 h 155237"/>
              <a:gd name="connsiteX9" fmla="*/ 9000 w 251019"/>
              <a:gd name="connsiteY9" fmla="*/ 0 h 155237"/>
              <a:gd name="connsiteX10" fmla="*/ 45000 w 251019"/>
              <a:gd name="connsiteY10" fmla="*/ 0 h 155237"/>
              <a:gd name="connsiteX11" fmla="*/ 54000 w 251019"/>
              <a:gd name="connsiteY11" fmla="*/ 9000 h 155237"/>
              <a:gd name="connsiteX12" fmla="*/ 54000 w 251019"/>
              <a:gd name="connsiteY12" fmla="*/ 101237 h 155237"/>
            </a:gdLst>
            <a:rect l="l" t="t" r="r" b="b"/>
            <a:pathLst>
              <a:path w="251019" h="155237">
                <a:moveTo>
                  <a:pt x="242019" y="101237"/>
                </a:moveTo>
                <a:cubicBezTo>
                  <a:pt x="246990" y="101237"/>
                  <a:pt x="251019" y="105266"/>
                  <a:pt x="251019" y="110237"/>
                </a:cubicBezTo>
                <a:lnTo>
                  <a:pt x="251019" y="146238"/>
                </a:lnTo>
                <a:cubicBezTo>
                  <a:pt x="251019" y="151209"/>
                  <a:pt x="246990" y="155237"/>
                  <a:pt x="242019" y="155237"/>
                </a:cubicBezTo>
                <a:lnTo>
                  <a:pt x="12368" y="155237"/>
                </a:lnTo>
                <a:lnTo>
                  <a:pt x="11931" y="154800"/>
                </a:lnTo>
                <a:lnTo>
                  <a:pt x="9000" y="154800"/>
                </a:lnTo>
                <a:cubicBezTo>
                  <a:pt x="4029" y="154800"/>
                  <a:pt x="0" y="150771"/>
                  <a:pt x="0" y="145800"/>
                </a:cubicBezTo>
                <a:lnTo>
                  <a:pt x="0" y="9000"/>
                </a:lnTo>
                <a:cubicBezTo>
                  <a:pt x="0" y="4029"/>
                  <a:pt x="4029" y="0"/>
                  <a:pt x="9000" y="0"/>
                </a:cubicBezTo>
                <a:lnTo>
                  <a:pt x="45000" y="0"/>
                </a:lnTo>
                <a:cubicBezTo>
                  <a:pt x="49971" y="0"/>
                  <a:pt x="54000" y="4029"/>
                  <a:pt x="54000" y="9000"/>
                </a:cubicBezTo>
                <a:lnTo>
                  <a:pt x="54000" y="101237"/>
                </a:lnTo>
                <a:close/>
              </a:path>
            </a:pathLst>
          </a:custGeom>
          <a:solidFill xmlns:a="http://schemas.openxmlformats.org/drawingml/2006/main">
            <a:schemeClr val="bg1"/>
          </a:solidFill>
          <a:ln xmlns:a="http://schemas.openxmlformats.org/drawingml/2006/main" w="12700" cap="flat">
            <a:solidFill>
              <a:schemeClr val="bg1"/>
            </a:solidFill>
            <a:prstDash val="solid"/>
            <a:miter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/>
        </p:style>
        <p:txBody>
          <a:bodyPr xmlns:a="http://schemas.openxmlformats.org/drawingml/2006/main" rot="0" spcFirstLastPara="1" vert="horz" wrap="square" lIns="45719" tIns="45719" rIns="45719" bIns="45719" anchor="ctr">
            <a:noAutofit/>
          </a:bodyPr>
          <a:lstStyle xmlns:a="http://schemas.openxmlformats.org/drawingml/2006/main"/>
          <a:p xmlns:a="http://schemas.openxmlformats.org/drawingml/2006/main">
            <a:pPr marL="0" marR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cap="none" spc="0" baseline="0">
              <a:ln>
                <a:noFill/>
              </a:ln>
              <a:solidFill>
                <a:srgbClr val="000000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CuadroTexto 10">
            <a:extLst xmlns:a="http://schemas.openxmlformats.org/drawingml/2006/main">
              <a:ext uri="{FF2B5EF4-FFF2-40B4-BE49-F238E27FC236}">
                <a16:creationId xmlns:a16="http://schemas.microsoft.com/office/drawing/2014/main" id="{6A4B1D09-6B6E-102F-CF33-772F8284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082" y="1103033"/>
            <a:ext cx="10766113" cy="42672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square" lIns="45719" rIns="45719">
            <a:spAutoFit/>
          </a:bodyPr>
          <a:lstStyle xmlns:a="http://schemas.openxmlformats.org/drawingml/2006/main">
            <a:lvl1pPr algn="ctr">
              <a:buNone/>
              <a:defRPr sz="3000">
                <a:solidFill>
                  <a:srgbClr val="410324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 algn="just">
              <a:buNone/>
            </a:pPr>
            <a:r>
              <a:rPr sz="2200" b="1">
                <a:solidFill>
                  <a:schemeClr val="tx1"/>
                </a:solidFill>
                <a:latin typeface="Lulo Clean W01 One Bold"/>
                <a:ea typeface="Lulo Clean W01 One Bold"/>
                <a:cs typeface="Lulo Clean W01 One Bold"/>
              </a:rPr>
              <a:t>{{USAGE}}</a:t>
            </a:r>
          </a:p>
        </p:txBody>
      </p:sp>
      <p:graphicFrame>
        <p:nvGraphicFramePr>
          <p:cNvPr id="106" name="Chart">
            <a:extLst xmlns:a="http://schemas.openxmlformats.org/drawingml/2006/main">
              <a:ext uri="{FF2B5EF4-FFF2-40B4-BE49-F238E27FC236}">
                <a16:creationId xmlns:a16="http://schemas.microsoft.com/office/drawing/2014/main" id="{77B9A8B0-CA18-42E2-A700-37294F9AE7A6}"/>
              </a:ext>
            </a:extLst>
          </p:cNvPr>
          <p:cNvGraphicFramePr/>
          <p:nvPr/>
        </p:nvGraphicFramePr>
        <p:xfrm>
          <a:off xmlns:a="http://schemas.openxmlformats.org/drawingml/2006/main" x="1238250" y="2114550"/>
          <a:ext xmlns:a="http://schemas.openxmlformats.org/drawingml/2006/main" cx="9715500" cy="4419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4b0688753746a0"/>
          </a:graphicData>
        </a:graphic>
      </p:graphicFrame>
    </p:spTree>
    <p:extLst>
      <p:ext uri="{BB962C8B-B14F-4D97-AF65-F5344CB8AC3E}">
        <p14:creationId xmlns:p14="http://schemas.microsoft.com/office/powerpoint/2010/main" val="407442842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C7B4AFFE-1710-465D-95DD-FFA189E0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0E53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22" name="Imagen 4">
            <a:extLst xmlns:a="http://schemas.openxmlformats.org/drawingml/2006/main">
              <a:ext uri="{FF2B5EF4-FFF2-40B4-BE49-F238E27FC236}">
                <a16:creationId xmlns:a16="http://schemas.microsoft.com/office/drawing/2014/main" id="{8B9CC8AE-134D-4B4E-829D-E457FBBC4C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241fa1114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6200000">
            <a:off x="8467332" y="2639986"/>
            <a:ext cx="6510029" cy="157802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123" name="Imagen 6">
            <a:extLst xmlns:a="http://schemas.openxmlformats.org/drawingml/2006/main">
              <a:ext uri="{FF2B5EF4-FFF2-40B4-BE49-F238E27FC236}">
                <a16:creationId xmlns:a16="http://schemas.microsoft.com/office/drawing/2014/main" id="{D8C9794A-8A74-4603-9451-8E68148017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241fa111445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5400000">
            <a:off x="-2791599" y="2913684"/>
            <a:ext cx="6510030" cy="157802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124" name="Imagen 7">
            <a:extLst xmlns:a="http://schemas.openxmlformats.org/drawingml/2006/main">
              <a:ext uri="{FF2B5EF4-FFF2-40B4-BE49-F238E27FC236}">
                <a16:creationId xmlns:a16="http://schemas.microsoft.com/office/drawing/2014/main" id="{0533DDA8-2EA8-43D8-BD47-2A9BC3B40C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45219b3854b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22383" y="1231643"/>
            <a:ext cx="5747234" cy="229999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125" name="Imagen 9">
            <a:extLst xmlns:a="http://schemas.openxmlformats.org/drawingml/2006/main">
              <a:ext uri="{FF2B5EF4-FFF2-40B4-BE49-F238E27FC236}">
                <a16:creationId xmlns:a16="http://schemas.microsoft.com/office/drawing/2014/main" id="{FAF28F3D-C5E2-4DB5-AFA0-50F7DB5C7E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d02b0b14a74f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8989" y="3697430"/>
            <a:ext cx="5054023" cy="2542253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26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F5F68FC3-9EAC-45CE-BD47-978784D3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47775" y="1525765"/>
            <a:ext cx="83976" cy="57472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7F37"/>
          </a:solidFill>
          <a:ln xmlns:a="http://schemas.openxmlformats.org/drawingml/2006/main" w="12700">
            <a:miter/>
          </a:ln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6881974"/>
      </p:ext>
    </p:extLst>
  </p:cSld>
</p:sld>
</file>

<file path=ppt/theme/theme1.xml><?xml version="1.0" encoding="utf-8"?>
<a:theme xmlns:a="http://schemas.openxmlformats.org/drawingml/2006/main" name="Tema de Office">
  <a:themeElements>
    <a:clrScheme name="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2026-10-07T01:28:21.3020000Z</dcterms:created>
  <dcterms:modified xsi:type="dcterms:W3CDTF">2026-10-07T01:28:21.3020000Z</dcterms:modified>
</coreProperties>
</file>